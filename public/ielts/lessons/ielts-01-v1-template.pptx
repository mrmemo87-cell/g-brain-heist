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1fae3e41014466" /><Relationship Type="http://schemas.openxmlformats.org/officeDocument/2006/relationships/extended-properties" Target="/docProps/app.xml" Id="Rf80c3b47f3a84167" /><Relationship Type="http://schemas.openxmlformats.org/officeDocument/2006/relationships/officeDocument" Target="/ppt/presentation.xml" Id="Rfccd325886394b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feccd630634291"/>
  </p:sldMasterIdLst>
  <p:notesMasterIdLst>
    <p:notesMasterId xmlns:r="http://schemas.openxmlformats.org/officeDocument/2006/relationships" r:id="R17b55555aa374a3d"/>
  </p:notesMasterIdLst>
  <p:sldIdLst>
    <p:sldId xmlns:r="http://schemas.openxmlformats.org/officeDocument/2006/relationships" id="256" r:id="Raa63dc8ea35443e0"/>
    <p:sldId xmlns:r="http://schemas.openxmlformats.org/officeDocument/2006/relationships" id="257" r:id="Rc3f12d9dc8af4a94"/>
    <p:sldId xmlns:r="http://schemas.openxmlformats.org/officeDocument/2006/relationships" id="258" r:id="R7bec49c41506492b"/>
    <p:sldId xmlns:r="http://schemas.openxmlformats.org/officeDocument/2006/relationships" id="259" r:id="Rb7b41f27f0994b7e"/>
    <p:sldId xmlns:r="http://schemas.openxmlformats.org/officeDocument/2006/relationships" id="260" r:id="R0b8cec7b983244e9"/>
    <p:sldId xmlns:r="http://schemas.openxmlformats.org/officeDocument/2006/relationships" id="261" r:id="R66d17cc6e5a5405a"/>
    <p:sldId xmlns:r="http://schemas.openxmlformats.org/officeDocument/2006/relationships" id="262" r:id="R14a00fb5ef6a4a02"/>
    <p:sldId xmlns:r="http://schemas.openxmlformats.org/officeDocument/2006/relationships" id="263" r:id="R1c475deb45194f37"/>
    <p:sldId xmlns:r="http://schemas.openxmlformats.org/officeDocument/2006/relationships" id="264" r:id="R0ed6130b54d543f3"/>
    <p:sldId xmlns:r="http://schemas.openxmlformats.org/officeDocument/2006/relationships" id="265" r:id="Rfd752669ead140df"/>
    <p:sldId xmlns:r="http://schemas.openxmlformats.org/officeDocument/2006/relationships" id="266" r:id="R49f88f83367a417b"/>
    <p:sldId xmlns:r="http://schemas.openxmlformats.org/officeDocument/2006/relationships" id="267" r:id="Rd054bcdffc984b89"/>
    <p:sldId xmlns:r="http://schemas.openxmlformats.org/officeDocument/2006/relationships" id="268" r:id="Rd320f2c0c2514d6a"/>
    <p:sldId xmlns:r="http://schemas.openxmlformats.org/officeDocument/2006/relationships" id="269" r:id="Re2b43e9b04c44aa0"/>
    <p:sldId xmlns:r="http://schemas.openxmlformats.org/officeDocument/2006/relationships" id="270" r:id="R5f5bc87a13f94575"/>
    <p:sldId xmlns:r="http://schemas.openxmlformats.org/officeDocument/2006/relationships" id="271" r:id="R34ef2d63c1a74c08"/>
    <p:sldId xmlns:r="http://schemas.openxmlformats.org/officeDocument/2006/relationships" id="272" r:id="Rec24aa97afd14273"/>
    <p:sldId xmlns:r="http://schemas.openxmlformats.org/officeDocument/2006/relationships" id="273" r:id="Re389741816d547e3"/>
    <p:sldId xmlns:r="http://schemas.openxmlformats.org/officeDocument/2006/relationships" id="274" r:id="R582f6cd653a4408a"/>
    <p:sldId xmlns:r="http://schemas.openxmlformats.org/officeDocument/2006/relationships" id="275" r:id="R583b67a86bb84d7e"/>
    <p:sldId xmlns:r="http://schemas.openxmlformats.org/officeDocument/2006/relationships" id="276" r:id="R86d6005fb4214634"/>
    <p:sldId xmlns:r="http://schemas.openxmlformats.org/officeDocument/2006/relationships" id="277" r:id="R30a15715d94043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decf7375c74b89" /><Relationship Type="http://schemas.openxmlformats.org/officeDocument/2006/relationships/slideMaster" Target="/ppt/slideMasters/slideMaster1.xml" Id="Rd8feccd630634291" /><Relationship Type="http://schemas.openxmlformats.org/officeDocument/2006/relationships/notesMaster" Target="/ppt/notesMasters/notesMaster1.xml" Id="R17b55555aa374a3d" /><Relationship Type="http://schemas.openxmlformats.org/officeDocument/2006/relationships/presProps" Target="/ppt/presProps.xml" Id="R9f6b9db0ec4d404f" /><Relationship Type="http://schemas.openxmlformats.org/officeDocument/2006/relationships/tableStyles" Target="/ppt/tableStyles.xml" Id="R79382d57a11d41eb" /><Relationship Type="http://schemas.openxmlformats.org/officeDocument/2006/relationships/slide" Target="/ppt/slides/slide1.xml" Id="Raa63dc8ea35443e0" /><Relationship Type="http://schemas.openxmlformats.org/officeDocument/2006/relationships/slide" Target="/ppt/slides/slide2.xml" Id="Rc3f12d9dc8af4a94" /><Relationship Type="http://schemas.openxmlformats.org/officeDocument/2006/relationships/slide" Target="/ppt/slides/slide3.xml" Id="R7bec49c41506492b" /><Relationship Type="http://schemas.openxmlformats.org/officeDocument/2006/relationships/slide" Target="/ppt/slides/slide4.xml" Id="Rb7b41f27f0994b7e" /><Relationship Type="http://schemas.openxmlformats.org/officeDocument/2006/relationships/slide" Target="/ppt/slides/slide5.xml" Id="R0b8cec7b983244e9" /><Relationship Type="http://schemas.openxmlformats.org/officeDocument/2006/relationships/slide" Target="/ppt/slides/slide6.xml" Id="R66d17cc6e5a5405a" /><Relationship Type="http://schemas.openxmlformats.org/officeDocument/2006/relationships/slide" Target="/ppt/slides/slide7.xml" Id="R14a00fb5ef6a4a02" /><Relationship Type="http://schemas.openxmlformats.org/officeDocument/2006/relationships/slide" Target="/ppt/slides/slide8.xml" Id="R1c475deb45194f37" /><Relationship Type="http://schemas.openxmlformats.org/officeDocument/2006/relationships/slide" Target="/ppt/slides/slide9.xml" Id="R0ed6130b54d543f3" /><Relationship Type="http://schemas.openxmlformats.org/officeDocument/2006/relationships/slide" Target="/ppt/slides/slide10.xml" Id="Rfd752669ead140df" /><Relationship Type="http://schemas.openxmlformats.org/officeDocument/2006/relationships/slide" Target="/ppt/slides/slide11.xml" Id="R49f88f83367a417b" /><Relationship Type="http://schemas.openxmlformats.org/officeDocument/2006/relationships/slide" Target="/ppt/slides/slide12.xml" Id="Rd054bcdffc984b89" /><Relationship Type="http://schemas.openxmlformats.org/officeDocument/2006/relationships/slide" Target="/ppt/slides/slide13.xml" Id="Rd320f2c0c2514d6a" /><Relationship Type="http://schemas.openxmlformats.org/officeDocument/2006/relationships/slide" Target="/ppt/slides/slide14.xml" Id="Re2b43e9b04c44aa0" /><Relationship Type="http://schemas.openxmlformats.org/officeDocument/2006/relationships/slide" Target="/ppt/slides/slide15.xml" Id="R5f5bc87a13f94575" /><Relationship Type="http://schemas.openxmlformats.org/officeDocument/2006/relationships/slide" Target="/ppt/slides/slide16.xml" Id="R34ef2d63c1a74c08" /><Relationship Type="http://schemas.openxmlformats.org/officeDocument/2006/relationships/slide" Target="/ppt/slides/slide17.xml" Id="Rec24aa97afd14273" /><Relationship Type="http://schemas.openxmlformats.org/officeDocument/2006/relationships/slide" Target="/ppt/slides/slide18.xml" Id="Re389741816d547e3" /><Relationship Type="http://schemas.openxmlformats.org/officeDocument/2006/relationships/slide" Target="/ppt/slides/slide19.xml" Id="R582f6cd653a4408a" /><Relationship Type="http://schemas.openxmlformats.org/officeDocument/2006/relationships/slide" Target="/ppt/slides/slide20.xml" Id="R583b67a86bb84d7e" /><Relationship Type="http://schemas.openxmlformats.org/officeDocument/2006/relationships/slide" Target="/ppt/slides/slide21.xml" Id="R86d6005fb4214634" /><Relationship Type="http://schemas.openxmlformats.org/officeDocument/2006/relationships/slide" Target="/ppt/slides/slide22.xml" Id="R30a15715d94043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cfe62bb50a44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4d1b184dfb4350" /><Relationship Type="http://schemas.openxmlformats.org/officeDocument/2006/relationships/notesMaster" Target="/ppt/notesMasters/notesMaster1.xml" Id="Rfa81d4bcdbcd45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7f7012e9cc42ff" /><Relationship Type="http://schemas.openxmlformats.org/officeDocument/2006/relationships/notesMaster" Target="/ppt/notesMasters/notesMaster1.xml" Id="R1d9764a63ba740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89595907024a30" /><Relationship Type="http://schemas.openxmlformats.org/officeDocument/2006/relationships/notesMaster" Target="/ppt/notesMasters/notesMaster1.xml" Id="Rcc00290de77c4c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9ab147170a44a7" /><Relationship Type="http://schemas.openxmlformats.org/officeDocument/2006/relationships/notesMaster" Target="/ppt/notesMasters/notesMaster1.xml" Id="R86340d96391c4f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581d07396649e8" /><Relationship Type="http://schemas.openxmlformats.org/officeDocument/2006/relationships/notesMaster" Target="/ppt/notesMasters/notesMaster1.xml" Id="R32bff15e27184d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b6eda390d34751" /><Relationship Type="http://schemas.openxmlformats.org/officeDocument/2006/relationships/notesMaster" Target="/ppt/notesMasters/notesMaster1.xml" Id="Rf92d100bba224b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8dc7d8f7514a86" /><Relationship Type="http://schemas.openxmlformats.org/officeDocument/2006/relationships/notesMaster" Target="/ppt/notesMasters/notesMaster1.xml" Id="R75c1d20d909644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14c892024c4e38" /><Relationship Type="http://schemas.openxmlformats.org/officeDocument/2006/relationships/notesMaster" Target="/ppt/notesMasters/notesMaster1.xml" Id="R9d16d1c9dbff42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79e2a031e24d7f" /><Relationship Type="http://schemas.openxmlformats.org/officeDocument/2006/relationships/notesMaster" Target="/ppt/notesMasters/notesMaster1.xml" Id="R01e9d82b623e49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62b87c82f74f38" /><Relationship Type="http://schemas.openxmlformats.org/officeDocument/2006/relationships/notesMaster" Target="/ppt/notesMasters/notesMaster1.xml" Id="Ra10918e33fc842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c1767975d34652" /><Relationship Type="http://schemas.openxmlformats.org/officeDocument/2006/relationships/notesMaster" Target="/ppt/notesMasters/notesMaster1.xml" Id="Rd1631b73ae234a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07df771c994c3c" /><Relationship Type="http://schemas.openxmlformats.org/officeDocument/2006/relationships/notesMaster" Target="/ppt/notesMasters/notesMaster1.xml" Id="R7cca1844eec04f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5f76f30caa74825" /><Relationship Type="http://schemas.openxmlformats.org/officeDocument/2006/relationships/notesMaster" Target="/ppt/notesMasters/notesMaster1.xml" Id="Rf1cb74575e5746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ece20c761214ce2" /><Relationship Type="http://schemas.openxmlformats.org/officeDocument/2006/relationships/notesMaster" Target="/ppt/notesMasters/notesMaster1.xml" Id="R4416bbe75d15444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33109a4c324645" /><Relationship Type="http://schemas.openxmlformats.org/officeDocument/2006/relationships/notesMaster" Target="/ppt/notesMasters/notesMaster1.xml" Id="R4b59d67f0238482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c999064fc684dea" /><Relationship Type="http://schemas.openxmlformats.org/officeDocument/2006/relationships/notesMaster" Target="/ppt/notesMasters/notesMaster1.xml" Id="R1012706299d74b3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dafe09933de406f" /><Relationship Type="http://schemas.openxmlformats.org/officeDocument/2006/relationships/notesMaster" Target="/ppt/notesMasters/notesMaster1.xml" Id="R0f0c634500a349f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c1df131a4e0484d" /><Relationship Type="http://schemas.openxmlformats.org/officeDocument/2006/relationships/notesMaster" Target="/ppt/notesMasters/notesMaster1.xml" Id="Rc3176abd1b814ea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9a841056899404f" /><Relationship Type="http://schemas.openxmlformats.org/officeDocument/2006/relationships/notesMaster" Target="/ppt/notesMasters/notesMaster1.xml" Id="R716b373993dd483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131400eefad4146" /><Relationship Type="http://schemas.openxmlformats.org/officeDocument/2006/relationships/notesMaster" Target="/ppt/notesMasters/notesMaster1.xml" Id="R8899ccc5b8db484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00ae355749b4dfe" /><Relationship Type="http://schemas.openxmlformats.org/officeDocument/2006/relationships/notesMaster" Target="/ppt/notesMasters/notesMaster1.xml" Id="Rbbd2ca3bfb2f431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f9a2dfdf5d44d4f" /><Relationship Type="http://schemas.openxmlformats.org/officeDocument/2006/relationships/notesMaster" Target="/ppt/notesMasters/notesMaster1.xml" Id="R819327f57f6641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using the matching IELTS-01 teacher plan. Play the separately downloaded approved MP3. Classroom practice does not establish IELTS band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using the matching IELTS-01 teacher plan. Play the separately downloaded approved MP3. Classroom practice does not establish IELTS band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using the matching IELTS-01 teacher plan. Play the separately downloaded approved MP3. Classroom practice does not establish IELTS band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using the matching IELTS-01 teacher plan. Play the separately downloaded approved MP3. Classroom practice does not establish IELTS band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using the matching IELTS-01 teacher plan. Play the separately downloaded approved MP3. Classroom practice does not establish IELTS band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using the matching IELTS-01 teacher plan. Play the separately downloaded approved MP3. Classroom practice does not establish IELTS band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using the matching IELTS-01 teacher plan. Play the separately downloaded approved MP3. Classroom practice does not establish IELTS band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using the matching IELTS-01 teacher plan. Play the separately downloaded approved MP3. Classroom practice does not establish IELTS band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using the matching IELTS-01 teacher plan. Play the separately downloaded approved MP3. Classroom practice does not establish IELTS band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using the matching IELTS-01 teacher plan. Play the separately downloaded approved MP3. Classroom practice does not establish IELTS band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using the matching IELTS-01 teacher plan. Play the separately downloaded approved MP3. Classroom practice does not establish IELTS band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using the matching IELTS-01 teacher plan. Play the separately downloaded approved MP3. Classroom practice does not establish IELTS band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using the matching IELTS-01 teacher plan. Play the separately downloaded approved MP3. Classroom practice does not establish IELTS band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using the matching IELTS-01 teacher plan. Play the separately downloaded approved MP3. Classroom practice does not establish IELTS band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using the matching IELTS-01 teacher plan. Play the separately downloaded approved MP3. Classroom practice does not establish IELTS band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using the matching IELTS-01 teacher plan. Play the separately downloaded approved MP3. Classroom practice does not establish IELTS band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using the matching IELTS-01 teacher plan. Play the separately downloaded approved MP3. Classroom practice does not establish IELTS band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using the matching IELTS-01 teacher plan. Play the separately downloaded approved MP3. Classroom practice does not establish IELTS band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using the matching IELTS-01 teacher plan. Play the separately downloaded approved MP3. Classroom practice does not establish IELTS band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using the matching IELTS-01 teacher plan. Play the separately downloaded approved MP3. Classroom practice does not establish IELTS band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using the matching IELTS-01 teacher plan. Play the separately downloaded approved MP3. Classroom practice does not establish IELTS band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using the matching IELTS-01 teacher plan. Play the separately downloaded approved MP3. Classroom practice does not establish IELTS band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400c63279c4c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a5f79fff3c40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257cab0dd14c4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1a144074804f0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a7802c0402421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b79c63053141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67BBF5-D3F2-4E1E-AC06-BFC68BA26D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D73702E-40F2-4676-8530-722DA318B1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AF7BB5C-1057-4BDE-B9BC-B1CDFC1513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379C04-E615-4596-8A61-341AB50B51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6A9C75F-8E25-4BCE-97CA-B0797C085E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652577-0C09-4D2D-8D1E-02095B5285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5F4A7A-FE46-4B84-8CF6-941EC6BE38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E2E8FDD-10A7-49CE-8A9C-82F82910EB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E3B0AC-64CB-4119-A3C6-89573CF329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6C723E-2BBE-4538-97E5-EF157ADC8F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9376c879f94058" /><Relationship Type="http://schemas.openxmlformats.org/officeDocument/2006/relationships/slideLayout" Target="/ppt/slideLayouts/slideLayout1.xml" Id="R0ac343904de44a66" /><Relationship Type="http://schemas.openxmlformats.org/officeDocument/2006/relationships/slideLayout" Target="/ppt/slideLayouts/slideLayout2.xml" Id="R6d063ba6bb3b4ce5" /><Relationship Type="http://schemas.openxmlformats.org/officeDocument/2006/relationships/slideLayout" Target="/ppt/slideLayouts/slideLayout3.xml" Id="R0de1051ceafc4029" /><Relationship Type="http://schemas.openxmlformats.org/officeDocument/2006/relationships/slideLayout" Target="/ppt/slideLayouts/slideLayout4.xml" Id="Rd87be12e7a46480a" /><Relationship Type="http://schemas.openxmlformats.org/officeDocument/2006/relationships/slideLayout" Target="/ppt/slideLayouts/slideLayout5.xml" Id="Reb9c27438241476b" /><Relationship Type="http://schemas.openxmlformats.org/officeDocument/2006/relationships/slideLayout" Target="/ppt/slideLayouts/slideLayout6.xml" Id="R9b8d9374faf44d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c343904de44a66"/>
    <p:sldLayoutId xmlns:r="http://schemas.openxmlformats.org/officeDocument/2006/relationships" id="2147483650" r:id="R6d063ba6bb3b4ce5"/>
    <p:sldLayoutId xmlns:r="http://schemas.openxmlformats.org/officeDocument/2006/relationships" id="2147483651" r:id="R0de1051ceafc4029"/>
    <p:sldLayoutId xmlns:r="http://schemas.openxmlformats.org/officeDocument/2006/relationships" id="2147483652" r:id="Rd87be12e7a46480a"/>
    <p:sldLayoutId xmlns:r="http://schemas.openxmlformats.org/officeDocument/2006/relationships" id="2147483653" r:id="Reb9c27438241476b"/>
    <p:sldLayoutId xmlns:r="http://schemas.openxmlformats.org/officeDocument/2006/relationships" id="2147483654" r:id="R9b8d9374faf44d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e8db34af04e8b" /><Relationship Type="http://schemas.openxmlformats.org/officeDocument/2006/relationships/notesSlide" Target="/ppt/notesSlides/notesSlide1.xml" Id="R8a0bc341448f40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2bfc6998e64879" /><Relationship Type="http://schemas.openxmlformats.org/officeDocument/2006/relationships/notesSlide" Target="/ppt/notesSlides/notesSlide2.xml" Id="R3fabf36522c943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0a8ba30e9d41aa" /><Relationship Type="http://schemas.openxmlformats.org/officeDocument/2006/relationships/notesSlide" Target="/ppt/notesSlides/notesSlide3.xml" Id="R4e25642f08bd45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4809e13e194dba" /><Relationship Type="http://schemas.openxmlformats.org/officeDocument/2006/relationships/notesSlide" Target="/ppt/notesSlides/notesSlide4.xml" Id="R2ba9ad6e631b4e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a1eb4a41c94448" /><Relationship Type="http://schemas.openxmlformats.org/officeDocument/2006/relationships/notesSlide" Target="/ppt/notesSlides/notesSlide5.xml" Id="R46d34b281ae348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84290f2a0a4ae0" /><Relationship Type="http://schemas.openxmlformats.org/officeDocument/2006/relationships/notesSlide" Target="/ppt/notesSlides/notesSlide6.xml" Id="R944b60f9256343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e0d5ee833547b1" /><Relationship Type="http://schemas.openxmlformats.org/officeDocument/2006/relationships/notesSlide" Target="/ppt/notesSlides/notesSlide7.xml" Id="Rc939d2c2dce940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e2929710d940cb" /><Relationship Type="http://schemas.openxmlformats.org/officeDocument/2006/relationships/notesSlide" Target="/ppt/notesSlides/notesSlide8.xml" Id="R222b80b87c1e4a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1d578f39d64992" /><Relationship Type="http://schemas.openxmlformats.org/officeDocument/2006/relationships/notesSlide" Target="/ppt/notesSlides/notesSlide9.xml" Id="Ra0347870d5cd48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0f055b7ac9418c" /><Relationship Type="http://schemas.openxmlformats.org/officeDocument/2006/relationships/notesSlide" Target="/ppt/notesSlides/notesSlide10.xml" Id="R1af890a962e540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e4211f66e8495b" /><Relationship Type="http://schemas.openxmlformats.org/officeDocument/2006/relationships/notesSlide" Target="/ppt/notesSlides/notesSlide11.xml" Id="R9a422181420d41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83047a6eb445cb" /><Relationship Type="http://schemas.openxmlformats.org/officeDocument/2006/relationships/notesSlide" Target="/ppt/notesSlides/notesSlide12.xml" Id="R4f73ac952ed44b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b09168589c4895" /><Relationship Type="http://schemas.openxmlformats.org/officeDocument/2006/relationships/notesSlide" Target="/ppt/notesSlides/notesSlide13.xml" Id="R7d0e2a90bfef45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562ae4f6ac47c0" /><Relationship Type="http://schemas.openxmlformats.org/officeDocument/2006/relationships/notesSlide" Target="/ppt/notesSlides/notesSlide14.xml" Id="R1505f0674d944f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79dd2d307143ca" /><Relationship Type="http://schemas.openxmlformats.org/officeDocument/2006/relationships/notesSlide" Target="/ppt/notesSlides/notesSlide15.xml" Id="R1330790f84294c8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d3412fc32d4623" /><Relationship Type="http://schemas.openxmlformats.org/officeDocument/2006/relationships/notesSlide" Target="/ppt/notesSlides/notesSlide16.xml" Id="R593a6d0b73f04dd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fa31057f314f8b" /><Relationship Type="http://schemas.openxmlformats.org/officeDocument/2006/relationships/notesSlide" Target="/ppt/notesSlides/notesSlide17.xml" Id="Ree6482e12b804c0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154ad28d904691" /><Relationship Type="http://schemas.openxmlformats.org/officeDocument/2006/relationships/notesSlide" Target="/ppt/notesSlides/notesSlide18.xml" Id="R9dc0be42ba8d4b2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9a058a61354953" /><Relationship Type="http://schemas.openxmlformats.org/officeDocument/2006/relationships/notesSlide" Target="/ppt/notesSlides/notesSlide19.xml" Id="Rf9556596630a41d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04a87370e64496" /><Relationship Type="http://schemas.openxmlformats.org/officeDocument/2006/relationships/notesSlide" Target="/ppt/notesSlides/notesSlide20.xml" Id="Rf264538d047643b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30e0a3ad544b3f" /><Relationship Type="http://schemas.openxmlformats.org/officeDocument/2006/relationships/notesSlide" Target="/ppt/notesSlides/notesSlide21.xml" Id="Rc35517b6f9db480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4711442e574da8" /><Relationship Type="http://schemas.openxmlformats.org/officeDocument/2006/relationships/notesSlide" Target="/ppt/notesSlides/notesSlide22.xml" Id="R8422f9ac704845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C05CF-9ED6-4A6D-AEAC-AE60473D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rPr>
              <a:t>{{SCHOOL_NAME}}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CE200-26DC-41BF-878D-4627FCAD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Good English. Wrong answer. How?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AB98C-55B2-43E7-8C8E-CA36BAAD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47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Can you beat the IELTS trap?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77524-7F26-4EEB-A97A-DC9746DF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rPr>
              <a:t>Brains Heist IELTS materials  /  IELTS-01</a:t>
            </a:r>
          </a:p>
        </p:txBody>
      </p:sp>
    </p:spTree>
    <p:extLst>
      <p:ext uri="{BB962C8B-B14F-4D97-AF65-F5344CB8AC3E}">
        <p14:creationId xmlns:p14="http://schemas.microsoft.com/office/powerpoint/2010/main" val="9690296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920BB-2655-467D-AADD-DBBE4C52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rPr>
              <a:t>{{SCHOOL_NAME}}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1C4F2-A0FA-454B-A665-9697FE61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Our listening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3D728-3A48-4430-B5B6-36384B29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47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Read the workbook questions. Listen for the final confirmed detail. Choose your own answer, then compare.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B21DD-A427-49DB-9086-FC7855AA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rPr>
              <a:t>Brains Heist IELTS materials  /  IELTS-01</a:t>
            </a:r>
          </a:p>
        </p:txBody>
      </p:sp>
    </p:spTree>
    <p:extLst>
      <p:ext uri="{BB962C8B-B14F-4D97-AF65-F5344CB8AC3E}">
        <p14:creationId xmlns:p14="http://schemas.microsoft.com/office/powerpoint/2010/main" val="7907596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17BF48-0858-4878-8DB1-9A84AFD9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rPr>
              <a:t>{{SCHOOL_NAME}}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E059C-5F65-40BC-B234-9686BA1C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{{L3_TITLE}}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D752B-8280-4256-9FD3-FF54E5AA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47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{{L3_INSTRUCTIONS}}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073EC-5D7A-406A-BCD9-FC184EEE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rPr>
              <a:t>Brains Heist IELTS materials  /  IELTS-01</a:t>
            </a:r>
          </a:p>
        </p:txBody>
      </p:sp>
    </p:spTree>
    <p:extLst>
      <p:ext uri="{BB962C8B-B14F-4D97-AF65-F5344CB8AC3E}">
        <p14:creationId xmlns:p14="http://schemas.microsoft.com/office/powerpoint/2010/main" val="20542504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3C81F-3184-4E0C-9D03-E4F3172D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rPr>
              <a:t>{{SCHOOL_NAME}}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E8DD2-E039-4B96-8FF1-15A9D6AD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{{L3_Q1}}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E6979-2AE9-46B2-B7E7-EA9B914D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47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Which detail matters? Explain the evidence after the listening round.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02A2D-98C2-4CA5-BC0E-7185929B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rPr>
              <a:t>Brains Heist IELTS materials  /  IELTS-01</a:t>
            </a:r>
          </a:p>
        </p:txBody>
      </p:sp>
    </p:spTree>
    <p:extLst>
      <p:ext uri="{BB962C8B-B14F-4D97-AF65-F5344CB8AC3E}">
        <p14:creationId xmlns:p14="http://schemas.microsoft.com/office/powerpoint/2010/main" val="1906024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B5FFE-C58B-4520-A80B-34DA0A9A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rPr>
              <a:t>{{SCHOOL_NAME}}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85392-C630-472F-9116-83A1544C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{{L3_Q2}}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4B056-CDD4-48C9-8E95-3AD7C30F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47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Which detail matters? Explain the evidence after the listening round.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B292A-B6DB-47B0-95EA-892B85D4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rPr>
              <a:t>Brains Heist IELTS materials  /  IELTS-01</a:t>
            </a:r>
          </a:p>
        </p:txBody>
      </p:sp>
    </p:spTree>
    <p:extLst>
      <p:ext uri="{BB962C8B-B14F-4D97-AF65-F5344CB8AC3E}">
        <p14:creationId xmlns:p14="http://schemas.microsoft.com/office/powerpoint/2010/main" val="14084447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500A5-9875-4104-B1EF-78FE3EA7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rPr>
              <a:t>{{SCHOOL_NAME}}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D37CA-E5F1-4122-ABB2-16EB6455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{{L3_Q3}}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72045-7EC8-43AA-8F94-A10AC77A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47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Which detail matters? Explain the evidence after the listening round.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719B9-A197-4BF5-9CA9-EA423322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rPr>
              <a:t>Brains Heist IELTS materials  /  IELTS-01</a:t>
            </a:r>
          </a:p>
        </p:txBody>
      </p:sp>
    </p:spTree>
    <p:extLst>
      <p:ext uri="{BB962C8B-B14F-4D97-AF65-F5344CB8AC3E}">
        <p14:creationId xmlns:p14="http://schemas.microsoft.com/office/powerpoint/2010/main" val="4070362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F39B0-C5F3-4FC1-AE13-892B4947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rPr>
              <a:t>{{SCHOOL_NAME}}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6B096-1B87-4A27-A4BD-63184E6A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{{L3_Q4}}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7D3F7-8E4C-4335-9FF9-AA17A869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47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Which detail matters? Explain the evidence after the listening round.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322C4-2C43-45C6-9481-6DEDC5AB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rPr>
              <a:t>Brains Heist IELTS materials  /  IELTS-01</a:t>
            </a:r>
          </a:p>
        </p:txBody>
      </p:sp>
    </p:spTree>
    <p:extLst>
      <p:ext uri="{BB962C8B-B14F-4D97-AF65-F5344CB8AC3E}">
        <p14:creationId xmlns:p14="http://schemas.microsoft.com/office/powerpoint/2010/main" val="12279718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9FCFA-1220-4763-9228-024706AF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rPr>
              <a:t>{{SCHOOL_NAME}}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F6F69-68C9-4ED1-81C1-8783DC99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{{L3_Q5}}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52102-B61B-41ED-92B4-4A632035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47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Which detail matters? Explain the evidence after the listening round.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7D6F4-9DCC-405F-B2FF-0166F9A5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rPr>
              <a:t>Brains Heist IELTS materials  /  IELTS-01</a:t>
            </a:r>
          </a:p>
        </p:txBody>
      </p:sp>
    </p:spTree>
    <p:extLst>
      <p:ext uri="{BB962C8B-B14F-4D97-AF65-F5344CB8AC3E}">
        <p14:creationId xmlns:p14="http://schemas.microsoft.com/office/powerpoint/2010/main" val="18677259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2E101-2D43-400D-8E52-29419088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rPr>
              <a:t>{{SCHOOL_NAME}}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64834-BD8B-4FDC-A4C1-4B1401E4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{{L3_Q6}}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25F0F-1E55-4D7D-BF2E-A9B29349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47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Which detail matters? Explain the evidence after the listening round.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ADB26-6CBF-4B03-9F75-4017B85B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rPr>
              <a:t>Brains Heist IELTS materials  /  IELTS-01</a:t>
            </a:r>
          </a:p>
        </p:txBody>
      </p:sp>
    </p:spTree>
    <p:extLst>
      <p:ext uri="{BB962C8B-B14F-4D97-AF65-F5344CB8AC3E}">
        <p14:creationId xmlns:p14="http://schemas.microsoft.com/office/powerpoint/2010/main" val="4616912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AF737-3F19-44C5-834A-1B900635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rPr>
              <a:t>{{SCHOOL_NAME}}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4F43C-26C5-4547-AD66-1A144E4B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A better listening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6B063-658C-4382-9A8E-37605E21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47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Identify the exact question. Keep your first answer provisional. Check corrections and conditions.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A5E1E-8B62-4CAF-9AD7-EDD3F10C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rPr>
              <a:t>Brains Heist IELTS materials  /  IELTS-01</a:t>
            </a:r>
          </a:p>
        </p:txBody>
      </p:sp>
    </p:spTree>
    <p:extLst>
      <p:ext uri="{BB962C8B-B14F-4D97-AF65-F5344CB8AC3E}">
        <p14:creationId xmlns:p14="http://schemas.microsoft.com/office/powerpoint/2010/main" val="10027165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0C545-FF4F-4470-84B5-F6BE6C00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rPr>
              <a:t>{{SCHOOL_NAME}}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06515-DDD6-472E-A206-E3EC244E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{{L4_TITLE}}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3A53F-488E-45C2-9646-3508B0CF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47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{{L4_INSTRUCTIONS}}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F0070-2588-445E-8B99-057919B3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rPr>
              <a:t>Brains Heist IELTS materials  /  IELTS-01</a:t>
            </a:r>
          </a:p>
        </p:txBody>
      </p:sp>
    </p:spTree>
    <p:extLst>
      <p:ext uri="{BB962C8B-B14F-4D97-AF65-F5344CB8AC3E}">
        <p14:creationId xmlns:p14="http://schemas.microsoft.com/office/powerpoint/2010/main" val="5085369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A201D-7BFF-4610-8B6A-38CBECDE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rPr>
              <a:t>{{SCHOOL_NAME}}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54E67-8CD5-4CA1-AC08-C87ADD19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{{L4_Q1}}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6DE21-F774-45B4-8335-84C5BA2E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47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Which detail matters? Explain the evidence after the listening round.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A37A9-6814-4D10-8343-D5C8C5B3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rPr>
              <a:t>Brains Heist IELTS materials  /  IELTS-01</a:t>
            </a:r>
          </a:p>
        </p:txBody>
      </p:sp>
    </p:spTree>
    <p:extLst>
      <p:ext uri="{BB962C8B-B14F-4D97-AF65-F5344CB8AC3E}">
        <p14:creationId xmlns:p14="http://schemas.microsoft.com/office/powerpoint/2010/main" val="5150567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D683A-FF5F-49FF-9CF8-EAAF3788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rPr>
              <a:t>{{SCHOOL_NAME}}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71495-766C-48B7-A867-82BB398A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{{L4_Q2}}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AA255-7C14-4D9E-8DE1-B88AE36B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47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Which detail matters? Explain the evidence after the listening round.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DE29C-2B92-444B-A1DF-760EC001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rPr>
              <a:t>Brains Heist IELTS materials  /  IELTS-01</a:t>
            </a:r>
          </a:p>
        </p:txBody>
      </p:sp>
    </p:spTree>
    <p:extLst>
      <p:ext uri="{BB962C8B-B14F-4D97-AF65-F5344CB8AC3E}">
        <p14:creationId xmlns:p14="http://schemas.microsoft.com/office/powerpoint/2010/main" val="21188720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0D0A6-6E6B-4A2F-A614-CB8A8F93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rPr>
              <a:t>{{SCHOOL_NAME}}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24627-5FED-4E85-822C-2451E1B4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{{L4_Q3}}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6DFE1-48D6-4E46-AD6C-12DB501C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47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Which detail matters? Explain the evidence after the listening round.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B37DC-E7E1-4FF7-8F60-E6AC9765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rPr>
              <a:t>Brains Heist IELTS materials  /  IELTS-01</a:t>
            </a:r>
          </a:p>
        </p:txBody>
      </p:sp>
    </p:spTree>
    <p:extLst>
      <p:ext uri="{BB962C8B-B14F-4D97-AF65-F5344CB8AC3E}">
        <p14:creationId xmlns:p14="http://schemas.microsoft.com/office/powerpoint/2010/main" val="13670104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7ED1D-0BCC-43DB-B313-362A69BB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rPr>
              <a:t>{{SCHOOL_NAME}}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E357A-3378-47A1-8184-4286782F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{{L4_Q4}}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0F623-6F87-4FFF-8678-103A237F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47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Which detail matters? Explain the evidence after the listening round.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AEC8F-05D2-4B82-8F6C-1620B937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rPr>
              <a:t>Brains Heist IELTS materials  /  IELTS-01</a:t>
            </a:r>
          </a:p>
        </p:txBody>
      </p:sp>
    </p:spTree>
    <p:extLst>
      <p:ext uri="{BB962C8B-B14F-4D97-AF65-F5344CB8AC3E}">
        <p14:creationId xmlns:p14="http://schemas.microsoft.com/office/powerpoint/2010/main" val="10293486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DC460-43B8-4325-A0A2-B860ADF4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rPr>
              <a:t>{{SCHOOL_NAME}}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3CD13-DC8B-4978-BDC1-882BBE52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{{L4_Q5}}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7E1AE-58AB-4B3F-8F8C-0ECCB447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47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Which detail matters? Explain the evidence after the listening round.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11F09-4C22-4E80-9674-6202E45F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rPr>
              <a:t>Brains Heist IELTS materials  /  IELTS-01</a:t>
            </a:r>
          </a:p>
        </p:txBody>
      </p:sp>
    </p:spTree>
    <p:extLst>
      <p:ext uri="{BB962C8B-B14F-4D97-AF65-F5344CB8AC3E}">
        <p14:creationId xmlns:p14="http://schemas.microsoft.com/office/powerpoint/2010/main" val="11182598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6ECAC-7905-4BE3-8651-0D8AC357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rPr>
              <a:t>{{SCHOOL_NAME}}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24DEE-59E8-4515-97D1-29F0F44E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{{L4_Q6}}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9AB58-9B1B-4F80-A69E-B08D21FC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47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Which detail matters? Explain the evidence after the listening round.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24F51-1C8B-4A76-8CA3-4E770C8D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rPr>
              <a:t>Brains Heist IELTS materials  /  IELTS-01</a:t>
            </a:r>
          </a:p>
        </p:txBody>
      </p:sp>
    </p:spTree>
    <p:extLst>
      <p:ext uri="{BB962C8B-B14F-4D97-AF65-F5344CB8AC3E}">
        <p14:creationId xmlns:p14="http://schemas.microsoft.com/office/powerpoint/2010/main" val="7225234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FDCFD-E53F-4DAA-8EA3-E45D92E1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rPr>
              <a:t>{{SCHOOL_NAME}}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0CD64-7719-48A6-95DF-416E7E91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What changed for you?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AE2AB-A17F-449E-85F7-9BC99143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47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Which strategy helped? Can you explain your answer more clearly? Different tasks do not establish measured improvement.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A5C63-5E47-4D54-B4AF-AB54520D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rPr>
              <a:t>Brains Heist IELTS materials  /  IELTS-01</a:t>
            </a:r>
          </a:p>
        </p:txBody>
      </p:sp>
    </p:spTree>
    <p:extLst>
      <p:ext uri="{BB962C8B-B14F-4D97-AF65-F5344CB8AC3E}">
        <p14:creationId xmlns:p14="http://schemas.microsoft.com/office/powerpoint/2010/main" val="14798134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5C68E-391A-4F74-8F73-54ED4406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rPr>
              <a:t>{{SCHOOL_NAME}}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AADA0-AEA6-4E0F-BB5F-600E0988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Your course goal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5AD2F-67E6-4FC8-8281-16DF300E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47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Why are you here? What would you like to do with your English?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9F528-9C16-42BE-88BF-AB71E2E9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rPr>
              <a:t>Brains Heist IELTS materials  /  IELTS-01</a:t>
            </a:r>
          </a:p>
        </p:txBody>
      </p:sp>
    </p:spTree>
    <p:extLst>
      <p:ext uri="{BB962C8B-B14F-4D97-AF65-F5344CB8AC3E}">
        <p14:creationId xmlns:p14="http://schemas.microsoft.com/office/powerpoint/2010/main" val="178784286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FD782-D7B1-4EBD-A80B-284DC398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rPr>
              <a:t>{{SCHOOL_NAME}}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5C038-C29A-4C50-8038-F2F08F99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Reading Screener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AE07A-33C7-42C7-B636-BC4C43FE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47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Open the real Reading Screener in Brains Heist on your own account. Follow its published instructions.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DAB8F-99C3-488A-B722-767F2B7D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rPr>
              <a:t>Brains Heist IELTS materials  /  IELTS-01</a:t>
            </a:r>
          </a:p>
        </p:txBody>
      </p:sp>
    </p:spTree>
    <p:extLst>
      <p:ext uri="{BB962C8B-B14F-4D97-AF65-F5344CB8AC3E}">
        <p14:creationId xmlns:p14="http://schemas.microsoft.com/office/powerpoint/2010/main" val="10219835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1385E-F5A1-4F8E-B631-165F24E6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rPr>
              <a:t>{{SCHOOL_NAME}}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387BD-9526-4991-A491-084A4AE0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One thing you learned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70ED8-CB24-4184-88EC-B20AB83D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47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One trap I can now spot… One question I still have…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827F9-5C5C-4855-A6E1-113566B0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rPr>
              <a:t>Brains Heist IELTS materials  /  IELTS-01</a:t>
            </a:r>
          </a:p>
        </p:txBody>
      </p:sp>
    </p:spTree>
    <p:extLst>
      <p:ext uri="{BB962C8B-B14F-4D97-AF65-F5344CB8AC3E}">
        <p14:creationId xmlns:p14="http://schemas.microsoft.com/office/powerpoint/2010/main" val="68319231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730C1-BDFE-4551-8E59-C17BEDC1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46B0"/>
                </a:solidFill>
                <a:latin typeface="DejaVu Sans"/>
                <a:ea typeface="DejaVu Sans"/>
                <a:cs typeface="DejaVu Sans"/>
              </a:rPr>
              <a:t>{{SCHOOL_NAME}}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869C8-34D4-498D-811C-F2C9D252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Your next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F0367-DAFB-4A89-BA39-3D12BEA2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47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5243A"/>
                </a:solidFill>
                <a:latin typeface="DejaVu Sans"/>
                <a:ea typeface="DejaVu Sans"/>
                <a:cs typeface="DejaVu Sans"/>
              </a:rPr>
              <a:t>Review your saved screener result. Follow your teacher’s next activity in IELTS Journey.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CC6BF-9B78-4098-A0FA-152B7270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C6076"/>
                </a:solidFill>
                <a:latin typeface="DejaVu Sans"/>
                <a:ea typeface="DejaVu Sans"/>
                <a:cs typeface="DejaVu Sans"/>
              </a:rPr>
              <a:t>Brains Heist IELTS materials  /  IELTS-01</a:t>
            </a:r>
          </a:p>
        </p:txBody>
      </p:sp>
    </p:spTree>
    <p:extLst>
      <p:ext uri="{BB962C8B-B14F-4D97-AF65-F5344CB8AC3E}">
        <p14:creationId xmlns:p14="http://schemas.microsoft.com/office/powerpoint/2010/main" val="9345800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2026-10-12T16:27:18.6370000Z</dcterms:created>
  <dcterms:modified xsi:type="dcterms:W3CDTF">2026-10-12T16:27:18.6370000Z</dcterms:modified>
</coreProperties>
</file>