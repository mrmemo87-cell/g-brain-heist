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5bada0c55c4f5c" /><Relationship Type="http://schemas.openxmlformats.org/officeDocument/2006/relationships/extended-properties" Target="/docProps/app.xml" Id="R4e2f45b895794cba" /><Relationship Type="http://schemas.openxmlformats.org/officeDocument/2006/relationships/officeDocument" Target="/ppt/presentation.xml" Id="R4fa0cf28a9ec4b68" /></Relationships>
</file>

<file path=ppt/presentation.xml><?xml version="1.0" encoding="utf-8"?>
<p:presentation xmlns:p="http://schemas.openxmlformats.org/presentationml/2006/main">
  <p:sldMasterIdLst>
    <p:sldMasterId xmlns:r="http://schemas.openxmlformats.org/officeDocument/2006/relationships" id="2147483648" r:id="R05893646690e40ee"/>
  </p:sldMasterIdLst>
  <p:notesMasterIdLst>
    <p:notesMasterId xmlns:r="http://schemas.openxmlformats.org/officeDocument/2006/relationships" r:id="Rb52edcb1c79241eb"/>
  </p:notesMasterIdLst>
  <p:sldIdLst>
    <p:sldId xmlns:r="http://schemas.openxmlformats.org/officeDocument/2006/relationships" id="256" r:id="R9c54e42481254bff"/>
    <p:sldId xmlns:r="http://schemas.openxmlformats.org/officeDocument/2006/relationships" id="257" r:id="Red4cafbd54d44c34"/>
    <p:sldId xmlns:r="http://schemas.openxmlformats.org/officeDocument/2006/relationships" id="258" r:id="Raae06193659e4eea"/>
    <p:sldId xmlns:r="http://schemas.openxmlformats.org/officeDocument/2006/relationships" id="259" r:id="Rb03ba86e65cc40ed"/>
    <p:sldId xmlns:r="http://schemas.openxmlformats.org/officeDocument/2006/relationships" id="260" r:id="R86f88eddf9bf4094"/>
    <p:sldId xmlns:r="http://schemas.openxmlformats.org/officeDocument/2006/relationships" id="261" r:id="Raa0e2fdd486d4a5d"/>
    <p:sldId xmlns:r="http://schemas.openxmlformats.org/officeDocument/2006/relationships" id="262" r:id="Rebb14d9624ac4118"/>
    <p:sldId xmlns:r="http://schemas.openxmlformats.org/officeDocument/2006/relationships" id="263" r:id="Rcb346ba49bdb49d1"/>
    <p:sldId xmlns:r="http://schemas.openxmlformats.org/officeDocument/2006/relationships" id="264" r:id="R0a88361fb00447ba"/>
    <p:sldId xmlns:r="http://schemas.openxmlformats.org/officeDocument/2006/relationships" id="265" r:id="Rd7eb52365fe7451e"/>
    <p:sldId xmlns:r="http://schemas.openxmlformats.org/officeDocument/2006/relationships" id="266" r:id="R1d10b1f6707248a1"/>
    <p:sldId xmlns:r="http://schemas.openxmlformats.org/officeDocument/2006/relationships" id="267" r:id="Rc3ce5f3561bd4e8d"/>
    <p:sldId xmlns:r="http://schemas.openxmlformats.org/officeDocument/2006/relationships" id="268" r:id="Rb07b1c4fa7c34d59"/>
    <p:sldId xmlns:r="http://schemas.openxmlformats.org/officeDocument/2006/relationships" id="269" r:id="Rba769048836d476a"/>
    <p:sldId xmlns:r="http://schemas.openxmlformats.org/officeDocument/2006/relationships" id="270" r:id="R8cd3a10c0ede487f"/>
    <p:sldId xmlns:r="http://schemas.openxmlformats.org/officeDocument/2006/relationships" id="271" r:id="R7aef42a1eb584156"/>
    <p:sldId xmlns:r="http://schemas.openxmlformats.org/officeDocument/2006/relationships" id="272" r:id="R68cd8dc9b05144c7"/>
    <p:sldId xmlns:r="http://schemas.openxmlformats.org/officeDocument/2006/relationships" id="273" r:id="Ra72e335d4b9947d5"/>
    <p:sldId xmlns:r="http://schemas.openxmlformats.org/officeDocument/2006/relationships" id="274" r:id="R486e82fd0bce4f44"/>
    <p:sldId xmlns:r="http://schemas.openxmlformats.org/officeDocument/2006/relationships" id="275" r:id="Re81f15c0329d447a"/>
    <p:sldId xmlns:r="http://schemas.openxmlformats.org/officeDocument/2006/relationships" id="276" r:id="R8c6a607cb04e4e08"/>
    <p:sldId xmlns:r="http://schemas.openxmlformats.org/officeDocument/2006/relationships" id="277" r:id="R06c1fd533de6472a"/>
    <p:sldId xmlns:r="http://schemas.openxmlformats.org/officeDocument/2006/relationships" id="278" r:id="R6b628e1094dd4bd6"/>
    <p:sldId xmlns:r="http://schemas.openxmlformats.org/officeDocument/2006/relationships" id="279" r:id="Rfd7356fa2ab3452a"/>
    <p:sldId xmlns:r="http://schemas.openxmlformats.org/officeDocument/2006/relationships" id="280" r:id="R6dd47986930e47cb"/>
    <p:sldId xmlns:r="http://schemas.openxmlformats.org/officeDocument/2006/relationships" id="281" r:id="R2ff0905b47594ae6"/>
    <p:sldId xmlns:r="http://schemas.openxmlformats.org/officeDocument/2006/relationships" id="282" r:id="Rce3193d0013b4981"/>
    <p:sldId xmlns:r="http://schemas.openxmlformats.org/officeDocument/2006/relationships" id="283" r:id="R35bd7897cece4ee4"/>
    <p:sldId xmlns:r="http://schemas.openxmlformats.org/officeDocument/2006/relationships" id="284" r:id="R1ad0ac8cce9a47fa"/>
    <p:sldId xmlns:r="http://schemas.openxmlformats.org/officeDocument/2006/relationships" id="285" r:id="Rc64baa01acee42ef"/>
    <p:sldId xmlns:r="http://schemas.openxmlformats.org/officeDocument/2006/relationships" id="286" r:id="Rb4415f64873348b2"/>
    <p:sldId xmlns:r="http://schemas.openxmlformats.org/officeDocument/2006/relationships" id="287" r:id="R2616a56042b1454f"/>
    <p:sldId xmlns:r="http://schemas.openxmlformats.org/officeDocument/2006/relationships" id="288" r:id="Raf14924ba23c4834"/>
    <p:sldId xmlns:r="http://schemas.openxmlformats.org/officeDocument/2006/relationships" id="289" r:id="R361cc5050b764b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b1ac4d8efe444c" /><Relationship Type="http://schemas.openxmlformats.org/officeDocument/2006/relationships/slideMaster" Target="/ppt/slideMasters/slideMaster1.xml" Id="R05893646690e40ee" /><Relationship Type="http://schemas.openxmlformats.org/officeDocument/2006/relationships/notesMaster" Target="/ppt/notesMasters/notesMaster1.xml" Id="Rb52edcb1c79241eb" /><Relationship Type="http://schemas.openxmlformats.org/officeDocument/2006/relationships/presProps" Target="/ppt/presProps.xml" Id="R8b46ecd8cd864ca5" /><Relationship Type="http://schemas.openxmlformats.org/officeDocument/2006/relationships/tableStyles" Target="/ppt/tableStyles.xml" Id="Rc6366dc0f6ee4876" /><Relationship Type="http://schemas.openxmlformats.org/officeDocument/2006/relationships/slide" Target="/ppt/slides/slide1.xml" Id="R9c54e42481254bff" /><Relationship Type="http://schemas.openxmlformats.org/officeDocument/2006/relationships/slide" Target="/ppt/slides/slide2.xml" Id="Red4cafbd54d44c34" /><Relationship Type="http://schemas.openxmlformats.org/officeDocument/2006/relationships/slide" Target="/ppt/slides/slide3.xml" Id="Raae06193659e4eea" /><Relationship Type="http://schemas.openxmlformats.org/officeDocument/2006/relationships/slide" Target="/ppt/slides/slide4.xml" Id="Rb03ba86e65cc40ed" /><Relationship Type="http://schemas.openxmlformats.org/officeDocument/2006/relationships/slide" Target="/ppt/slides/slide5.xml" Id="R86f88eddf9bf4094" /><Relationship Type="http://schemas.openxmlformats.org/officeDocument/2006/relationships/slide" Target="/ppt/slides/slide6.xml" Id="Raa0e2fdd486d4a5d" /><Relationship Type="http://schemas.openxmlformats.org/officeDocument/2006/relationships/slide" Target="/ppt/slides/slide7.xml" Id="Rebb14d9624ac4118" /><Relationship Type="http://schemas.openxmlformats.org/officeDocument/2006/relationships/slide" Target="/ppt/slides/slide8.xml" Id="Rcb346ba49bdb49d1" /><Relationship Type="http://schemas.openxmlformats.org/officeDocument/2006/relationships/slide" Target="/ppt/slides/slide9.xml" Id="R0a88361fb00447ba" /><Relationship Type="http://schemas.openxmlformats.org/officeDocument/2006/relationships/slide" Target="/ppt/slides/slide10.xml" Id="Rd7eb52365fe7451e" /><Relationship Type="http://schemas.openxmlformats.org/officeDocument/2006/relationships/slide" Target="/ppt/slides/slide11.xml" Id="R1d10b1f6707248a1" /><Relationship Type="http://schemas.openxmlformats.org/officeDocument/2006/relationships/slide" Target="/ppt/slides/slide12.xml" Id="Rc3ce5f3561bd4e8d" /><Relationship Type="http://schemas.openxmlformats.org/officeDocument/2006/relationships/slide" Target="/ppt/slides/slide13.xml" Id="Rb07b1c4fa7c34d59" /><Relationship Type="http://schemas.openxmlformats.org/officeDocument/2006/relationships/slide" Target="/ppt/slides/slide14.xml" Id="Rba769048836d476a" /><Relationship Type="http://schemas.openxmlformats.org/officeDocument/2006/relationships/slide" Target="/ppt/slides/slide15.xml" Id="R8cd3a10c0ede487f" /><Relationship Type="http://schemas.openxmlformats.org/officeDocument/2006/relationships/slide" Target="/ppt/slides/slide16.xml" Id="R7aef42a1eb584156" /><Relationship Type="http://schemas.openxmlformats.org/officeDocument/2006/relationships/slide" Target="/ppt/slides/slide17.xml" Id="R68cd8dc9b05144c7" /><Relationship Type="http://schemas.openxmlformats.org/officeDocument/2006/relationships/slide" Target="/ppt/slides/slide18.xml" Id="Ra72e335d4b9947d5" /><Relationship Type="http://schemas.openxmlformats.org/officeDocument/2006/relationships/slide" Target="/ppt/slides/slide19.xml" Id="R486e82fd0bce4f44" /><Relationship Type="http://schemas.openxmlformats.org/officeDocument/2006/relationships/slide" Target="/ppt/slides/slide20.xml" Id="Re81f15c0329d447a" /><Relationship Type="http://schemas.openxmlformats.org/officeDocument/2006/relationships/slide" Target="/ppt/slides/slide21.xml" Id="R8c6a607cb04e4e08" /><Relationship Type="http://schemas.openxmlformats.org/officeDocument/2006/relationships/slide" Target="/ppt/slides/slide22.xml" Id="R06c1fd533de6472a" /><Relationship Type="http://schemas.openxmlformats.org/officeDocument/2006/relationships/slide" Target="/ppt/slides/slide23.xml" Id="R6b628e1094dd4bd6" /><Relationship Type="http://schemas.openxmlformats.org/officeDocument/2006/relationships/slide" Target="/ppt/slides/slide24.xml" Id="Rfd7356fa2ab3452a" /><Relationship Type="http://schemas.openxmlformats.org/officeDocument/2006/relationships/slide" Target="/ppt/slides/slide25.xml" Id="R6dd47986930e47cb" /><Relationship Type="http://schemas.openxmlformats.org/officeDocument/2006/relationships/slide" Target="/ppt/slides/slide26.xml" Id="R2ff0905b47594ae6" /><Relationship Type="http://schemas.openxmlformats.org/officeDocument/2006/relationships/slide" Target="/ppt/slides/slide27.xml" Id="Rce3193d0013b4981" /><Relationship Type="http://schemas.openxmlformats.org/officeDocument/2006/relationships/slide" Target="/ppt/slides/slide28.xml" Id="R35bd7897cece4ee4" /><Relationship Type="http://schemas.openxmlformats.org/officeDocument/2006/relationships/slide" Target="/ppt/slides/slide29.xml" Id="R1ad0ac8cce9a47fa" /><Relationship Type="http://schemas.openxmlformats.org/officeDocument/2006/relationships/slide" Target="/ppt/slides/slide30.xml" Id="Rc64baa01acee42ef" /><Relationship Type="http://schemas.openxmlformats.org/officeDocument/2006/relationships/slide" Target="/ppt/slides/slide31.xml" Id="Rb4415f64873348b2" /><Relationship Type="http://schemas.openxmlformats.org/officeDocument/2006/relationships/slide" Target="/ppt/slides/slide32.xml" Id="R2616a56042b1454f" /><Relationship Type="http://schemas.openxmlformats.org/officeDocument/2006/relationships/slide" Target="/ppt/slides/slide33.xml" Id="Raf14924ba23c4834" /><Relationship Type="http://schemas.openxmlformats.org/officeDocument/2006/relationships/slide" Target="/ppt/slides/slide34.xml" Id="R361cc5050b764b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6030bab12a4b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cda05e1be04665" /><Relationship Type="http://schemas.openxmlformats.org/officeDocument/2006/relationships/notesMaster" Target="/ppt/notesMasters/notesMaster1.xml" Id="Rb3f340fc985943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48e05a67c0451f" /><Relationship Type="http://schemas.openxmlformats.org/officeDocument/2006/relationships/notesMaster" Target="/ppt/notesMasters/notesMaster1.xml" Id="Rb5fe2029f47046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fb9c959c694c72" /><Relationship Type="http://schemas.openxmlformats.org/officeDocument/2006/relationships/notesMaster" Target="/ppt/notesMasters/notesMaster1.xml" Id="R91c88a51935245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f99badaa5b447f" /><Relationship Type="http://schemas.openxmlformats.org/officeDocument/2006/relationships/notesMaster" Target="/ppt/notesMasters/notesMaster1.xml" Id="R9a10a5ecc6594e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4223b19d8049fd" /><Relationship Type="http://schemas.openxmlformats.org/officeDocument/2006/relationships/notesMaster" Target="/ppt/notesMasters/notesMaster1.xml" Id="Ra02e8fe538484b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14dc985d674640" /><Relationship Type="http://schemas.openxmlformats.org/officeDocument/2006/relationships/notesMaster" Target="/ppt/notesMasters/notesMaster1.xml" Id="Re83e7430f4a342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cca012ed31412f" /><Relationship Type="http://schemas.openxmlformats.org/officeDocument/2006/relationships/notesMaster" Target="/ppt/notesMasters/notesMaster1.xml" Id="R3f12647a169046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8c78f677364d05" /><Relationship Type="http://schemas.openxmlformats.org/officeDocument/2006/relationships/notesMaster" Target="/ppt/notesMasters/notesMaster1.xml" Id="Rd3352f1762e24c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1f1674d27b45fb" /><Relationship Type="http://schemas.openxmlformats.org/officeDocument/2006/relationships/notesMaster" Target="/ppt/notesMasters/notesMaster1.xml" Id="Rb44d5fbcb31a4a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ec21387fd04742" /><Relationship Type="http://schemas.openxmlformats.org/officeDocument/2006/relationships/notesMaster" Target="/ppt/notesMasters/notesMaster1.xml" Id="R6c65ad64185242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f6f8a56aa364b3e" /><Relationship Type="http://schemas.openxmlformats.org/officeDocument/2006/relationships/notesMaster" Target="/ppt/notesMasters/notesMaster1.xml" Id="Rd66c0651544945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c1fa88c90943a2" /><Relationship Type="http://schemas.openxmlformats.org/officeDocument/2006/relationships/notesMaster" Target="/ppt/notesMasters/notesMaster1.xml" Id="Rd99c703b91de4e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555f3646444142" /><Relationship Type="http://schemas.openxmlformats.org/officeDocument/2006/relationships/notesMaster" Target="/ppt/notesMasters/notesMaster1.xml" Id="R710bf481de7645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bad5837df1407b" /><Relationship Type="http://schemas.openxmlformats.org/officeDocument/2006/relationships/notesMaster" Target="/ppt/notesMasters/notesMaster1.xml" Id="Ra298e79d430043f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b582aa4cca040b3" /><Relationship Type="http://schemas.openxmlformats.org/officeDocument/2006/relationships/notesMaster" Target="/ppt/notesMasters/notesMaster1.xml" Id="R9f97ddd0a36e4e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7bd46fa33747d7" /><Relationship Type="http://schemas.openxmlformats.org/officeDocument/2006/relationships/notesMaster" Target="/ppt/notesMasters/notesMaster1.xml" Id="Rbc11c181c0944d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792cea6dacf4ad3" /><Relationship Type="http://schemas.openxmlformats.org/officeDocument/2006/relationships/notesMaster" Target="/ppt/notesMasters/notesMaster1.xml" Id="R6649acb19e4041a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6e7f930bbd455d" /><Relationship Type="http://schemas.openxmlformats.org/officeDocument/2006/relationships/notesMaster" Target="/ppt/notesMasters/notesMaster1.xml" Id="R79667ed181f048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b86ffbb77b94c26" /><Relationship Type="http://schemas.openxmlformats.org/officeDocument/2006/relationships/notesMaster" Target="/ppt/notesMasters/notesMaster1.xml" Id="R8ac69d80a2144d6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d9f1b18f544138" /><Relationship Type="http://schemas.openxmlformats.org/officeDocument/2006/relationships/notesMaster" Target="/ppt/notesMasters/notesMaster1.xml" Id="Rfbe1ea00904046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5634f3e29543e9" /><Relationship Type="http://schemas.openxmlformats.org/officeDocument/2006/relationships/notesMaster" Target="/ppt/notesMasters/notesMaster1.xml" Id="Rbd8a244a0fb243b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c4f75f4655f4e34" /><Relationship Type="http://schemas.openxmlformats.org/officeDocument/2006/relationships/notesMaster" Target="/ppt/notesMasters/notesMaster1.xml" Id="R6d337c098b43478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ce00097f6a24914" /><Relationship Type="http://schemas.openxmlformats.org/officeDocument/2006/relationships/notesMaster" Target="/ppt/notesMasters/notesMaster1.xml" Id="Rc57165f0d0ee466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0d3947fc5e74d6c" /><Relationship Type="http://schemas.openxmlformats.org/officeDocument/2006/relationships/notesMaster" Target="/ppt/notesMasters/notesMaster1.xml" Id="Rf197e15a6758412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99dc980cc584416" /><Relationship Type="http://schemas.openxmlformats.org/officeDocument/2006/relationships/notesMaster" Target="/ppt/notesMasters/notesMaster1.xml" Id="Rdf6f4d985748481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7c271e356534b38" /><Relationship Type="http://schemas.openxmlformats.org/officeDocument/2006/relationships/notesMaster" Target="/ppt/notesMasters/notesMaster1.xml" Id="R4000c623d47f495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76b88b206aa4c04" /><Relationship Type="http://schemas.openxmlformats.org/officeDocument/2006/relationships/notesMaster" Target="/ppt/notesMasters/notesMaster1.xml" Id="R634a08430c3b434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57e778e52c84b9f" /><Relationship Type="http://schemas.openxmlformats.org/officeDocument/2006/relationships/notesMaster" Target="/ppt/notesMasters/notesMaster1.xml" Id="R23eaeb1c5d0c4a3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76703c399b34246" /><Relationship Type="http://schemas.openxmlformats.org/officeDocument/2006/relationships/notesMaster" Target="/ppt/notesMasters/notesMaster1.xml" Id="R259eb0065a64458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08cef8457154358" /><Relationship Type="http://schemas.openxmlformats.org/officeDocument/2006/relationships/notesMaster" Target="/ppt/notesMasters/notesMaster1.xml" Id="R8233a162f57b439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bba8cab44d438a" /><Relationship Type="http://schemas.openxmlformats.org/officeDocument/2006/relationships/notesMaster" Target="/ppt/notesMasters/notesMaster1.xml" Id="Raa887367a921499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150f6f42a7d49e9" /><Relationship Type="http://schemas.openxmlformats.org/officeDocument/2006/relationships/notesMaster" Target="/ppt/notesMasters/notesMaster1.xml" Id="Rf21b4ba24be940f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7c5e580fedb444f" /><Relationship Type="http://schemas.openxmlformats.org/officeDocument/2006/relationships/notesMaster" Target="/ppt/notesMasters/notesMaster1.xml" Id="R45e81d444ae943c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8442748864f4d68" /><Relationship Type="http://schemas.openxmlformats.org/officeDocument/2006/relationships/notesMaster" Target="/ppt/notesMasters/notesMaster1.xml" Id="R520d4464a83741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a prediction and a reason for joining. Collect goals. Do not suggest an IELTS band from today's guided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an unrelated spoken example. Give students time to decide before discussing. This lesson is guided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Everyone reads all six questions in the workbook before playback. Play the matching approved MP3 from the separate player. Pause and replay only under teacher control and record any help. Finish the recording before advancing through question/reveal pairs.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1 discussion fits 12–20 minutes. Round 2 playback and discussion fit 20–28 minutes. Prioritize difficult items rather than spending equal time on every reveal.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Everyone reads all six questions in the workbook before playback. Play the matching approved MP3 from the separate player. Pause and replay only under teacher control and record any help. Finish the recording before advancing through question/reveal pairs.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playback, ask students to commit their own answer and give a reason. The next slide reveals the accepted answer. Keep the teacher deck private before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approved script in the teacher keys to locate the supporting detail. Do not invent a quotation or an item-specific explanation. Invite students to explain, then clarify with the source. This exposed item remains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1 discussion fits 12–20 minutes. Round 2 playback and discussion fit 20–28 minutes. Prioritize difficult items rather than spending equal time on every reveal.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goals without promising a score or improvement. Explain the course's practice and evidence pathways.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actual governed Reading Screener, not a substitute passage. Check its published duration before class and adjust the lesson if needed. Do not project questions, answers or hints during the independent attempt.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the workbook exit ticket. Guided listening and paper reflections do not automatically become saved assessment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 authorized submitted evidence in Student progress. Assign only eligible practice through existing source and exposure checks. Today's practice does not prove a band or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a93cb3c2c249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174e29128e45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45d1693ee54b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d719c727a547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ae52222297f45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8443fc97f94c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24D125-B76F-452F-A740-F58D3EC7AE3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D8D314-686F-4E3E-BBF9-0EF784D5B51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3E34C6-2A06-4580-8665-CF99ED651F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604E9B-DC2E-4918-AFC0-6DF7DEB593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3E3B73D-695A-4F25-AE92-43BCA2D968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DA3F2A5-1403-4414-B2C7-443B72E4B0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6824B6-6EB7-4265-B898-A092DBADCC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99AED2-E31A-4375-84BC-91578114DAB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D429A3-E161-4F89-8C54-5C8A6620FB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E195B0-30E9-4538-872C-7A43410F5E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ec6c56af6e454e" /><Relationship Type="http://schemas.openxmlformats.org/officeDocument/2006/relationships/slideLayout" Target="/ppt/slideLayouts/slideLayout1.xml" Id="Rb430905897fb42c7" /><Relationship Type="http://schemas.openxmlformats.org/officeDocument/2006/relationships/slideLayout" Target="/ppt/slideLayouts/slideLayout2.xml" Id="Rba0b974515aa4656" /><Relationship Type="http://schemas.openxmlformats.org/officeDocument/2006/relationships/slideLayout" Target="/ppt/slideLayouts/slideLayout3.xml" Id="R3fc433b7798a4463" /><Relationship Type="http://schemas.openxmlformats.org/officeDocument/2006/relationships/slideLayout" Target="/ppt/slideLayouts/slideLayout4.xml" Id="R9c9407f8643a4f4f" /><Relationship Type="http://schemas.openxmlformats.org/officeDocument/2006/relationships/slideLayout" Target="/ppt/slideLayouts/slideLayout5.xml" Id="R14599b55d4eb4dc4" /><Relationship Type="http://schemas.openxmlformats.org/officeDocument/2006/relationships/slideLayout" Target="/ppt/slideLayouts/slideLayout6.xml" Id="R02f27cccb6b648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30905897fb42c7"/>
    <p:sldLayoutId xmlns:r="http://schemas.openxmlformats.org/officeDocument/2006/relationships" id="2147483650" r:id="Rba0b974515aa4656"/>
    <p:sldLayoutId xmlns:r="http://schemas.openxmlformats.org/officeDocument/2006/relationships" id="2147483651" r:id="R3fc433b7798a4463"/>
    <p:sldLayoutId xmlns:r="http://schemas.openxmlformats.org/officeDocument/2006/relationships" id="2147483652" r:id="R9c9407f8643a4f4f"/>
    <p:sldLayoutId xmlns:r="http://schemas.openxmlformats.org/officeDocument/2006/relationships" id="2147483653" r:id="R14599b55d4eb4dc4"/>
    <p:sldLayoutId xmlns:r="http://schemas.openxmlformats.org/officeDocument/2006/relationships" id="2147483654" r:id="R02f27cccb6b648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e523ce82554625" /><Relationship Type="http://schemas.openxmlformats.org/officeDocument/2006/relationships/notesSlide" Target="/ppt/notesSlides/notesSlide1.xml" Id="R9a9ff2fd2c834b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188b1bc3fb4e87" /><Relationship Type="http://schemas.openxmlformats.org/officeDocument/2006/relationships/notesSlide" Target="/ppt/notesSlides/notesSlide2.xml" Id="R641cb0e4985744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61054874364513" /><Relationship Type="http://schemas.openxmlformats.org/officeDocument/2006/relationships/notesSlide" Target="/ppt/notesSlides/notesSlide3.xml" Id="R69de7a951a4545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32667ced9848ce" /><Relationship Type="http://schemas.openxmlformats.org/officeDocument/2006/relationships/notesSlide" Target="/ppt/notesSlides/notesSlide4.xml" Id="Ref54387ff4394d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fe58e784534433" /><Relationship Type="http://schemas.openxmlformats.org/officeDocument/2006/relationships/notesSlide" Target="/ppt/notesSlides/notesSlide5.xml" Id="Ree10caee3ab643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731d671da424a8c" /><Relationship Type="http://schemas.openxmlformats.org/officeDocument/2006/relationships/notesSlide" Target="/ppt/notesSlides/notesSlide6.xml" Id="R3aaa75e8318343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03b6e973124ad1" /><Relationship Type="http://schemas.openxmlformats.org/officeDocument/2006/relationships/notesSlide" Target="/ppt/notesSlides/notesSlide7.xml" Id="Rf1346a0d86bb41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5b33745690440d" /><Relationship Type="http://schemas.openxmlformats.org/officeDocument/2006/relationships/notesSlide" Target="/ppt/notesSlides/notesSlide8.xml" Id="Rbe38db8667aa4c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58e4c4017a4339" /><Relationship Type="http://schemas.openxmlformats.org/officeDocument/2006/relationships/notesSlide" Target="/ppt/notesSlides/notesSlide9.xml" Id="R2149b78419e045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a1bbb744394cc8" /><Relationship Type="http://schemas.openxmlformats.org/officeDocument/2006/relationships/notesSlide" Target="/ppt/notesSlides/notesSlide10.xml" Id="Rda9de954d28344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7b4a09305664f3a" /><Relationship Type="http://schemas.openxmlformats.org/officeDocument/2006/relationships/notesSlide" Target="/ppt/notesSlides/notesSlide11.xml" Id="Rad7ed891a3854c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1e4f45f4cc443b" /><Relationship Type="http://schemas.openxmlformats.org/officeDocument/2006/relationships/notesSlide" Target="/ppt/notesSlides/notesSlide12.xml" Id="Rb815ef2477c149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450ae54227247d5" /><Relationship Type="http://schemas.openxmlformats.org/officeDocument/2006/relationships/notesSlide" Target="/ppt/notesSlides/notesSlide13.xml" Id="Rb0673522d1d74b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de3031e90e24d50" /><Relationship Type="http://schemas.openxmlformats.org/officeDocument/2006/relationships/notesSlide" Target="/ppt/notesSlides/notesSlide14.xml" Id="Rbedc4c221c6b45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f53e4ed38d24bb5" /><Relationship Type="http://schemas.openxmlformats.org/officeDocument/2006/relationships/notesSlide" Target="/ppt/notesSlides/notesSlide15.xml" Id="R2e29244d805444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f68b3b59292430a" /><Relationship Type="http://schemas.openxmlformats.org/officeDocument/2006/relationships/notesSlide" Target="/ppt/notesSlides/notesSlide16.xml" Id="Rc2dd6d7e3e71439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223d5530fed47ef" /><Relationship Type="http://schemas.openxmlformats.org/officeDocument/2006/relationships/notesSlide" Target="/ppt/notesSlides/notesSlide17.xml" Id="R6ed03403a45749c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7eca5716ef44ccc" /><Relationship Type="http://schemas.openxmlformats.org/officeDocument/2006/relationships/notesSlide" Target="/ppt/notesSlides/notesSlide18.xml" Id="Rda6878ee3e1d49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0e81e42e6204f2f" /><Relationship Type="http://schemas.openxmlformats.org/officeDocument/2006/relationships/notesSlide" Target="/ppt/notesSlides/notesSlide19.xml" Id="Rfa9a156fe93d4af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f69e3da4f24f01" /><Relationship Type="http://schemas.openxmlformats.org/officeDocument/2006/relationships/notesSlide" Target="/ppt/notesSlides/notesSlide20.xml" Id="Rc61a5a5f24b148a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1c5fdc03f144b37" /><Relationship Type="http://schemas.openxmlformats.org/officeDocument/2006/relationships/notesSlide" Target="/ppt/notesSlides/notesSlide21.xml" Id="Re22d6f0a1d1043a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8f597775c354a8c" /><Relationship Type="http://schemas.openxmlformats.org/officeDocument/2006/relationships/notesSlide" Target="/ppt/notesSlides/notesSlide22.xml" Id="Ree828ebe4f564f7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59afb9b6f1848ca" /><Relationship Type="http://schemas.openxmlformats.org/officeDocument/2006/relationships/notesSlide" Target="/ppt/notesSlides/notesSlide23.xml" Id="Rae66b829664d421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df3beb01afc4aa0" /><Relationship Type="http://schemas.openxmlformats.org/officeDocument/2006/relationships/notesSlide" Target="/ppt/notesSlides/notesSlide24.xml" Id="R311180e57e134ee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49f825384474cc4" /><Relationship Type="http://schemas.openxmlformats.org/officeDocument/2006/relationships/notesSlide" Target="/ppt/notesSlides/notesSlide25.xml" Id="R7138480e7fe84da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a5215fbf370495b" /><Relationship Type="http://schemas.openxmlformats.org/officeDocument/2006/relationships/notesSlide" Target="/ppt/notesSlides/notesSlide26.xml" Id="Re8bec4e02bc7408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a63546d27f04452" /><Relationship Type="http://schemas.openxmlformats.org/officeDocument/2006/relationships/notesSlide" Target="/ppt/notesSlides/notesSlide27.xml" Id="R54fe89b35f274aa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b1f94b3407f491c" /><Relationship Type="http://schemas.openxmlformats.org/officeDocument/2006/relationships/notesSlide" Target="/ppt/notesSlides/notesSlide28.xml" Id="R9f18ab138ea144a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75da616d37944fc" /><Relationship Type="http://schemas.openxmlformats.org/officeDocument/2006/relationships/notesSlide" Target="/ppt/notesSlides/notesSlide29.xml" Id="R1d878cb3eced44f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ca05f900d7e43ca" /><Relationship Type="http://schemas.openxmlformats.org/officeDocument/2006/relationships/notesSlide" Target="/ppt/notesSlides/notesSlide30.xml" Id="Rb2d825fdf7f142c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24c93660ad445cf" /><Relationship Type="http://schemas.openxmlformats.org/officeDocument/2006/relationships/notesSlide" Target="/ppt/notesSlides/notesSlide31.xml" Id="R782a8bee41a045e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c84b89b12ce4850" /><Relationship Type="http://schemas.openxmlformats.org/officeDocument/2006/relationships/notesSlide" Target="/ppt/notesSlides/notesSlide32.xml" Id="R1295dda8680d453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7931150cdba470b" /><Relationship Type="http://schemas.openxmlformats.org/officeDocument/2006/relationships/notesSlide" Target="/ppt/notesSlides/notesSlide33.xml" Id="R7b29f028802040e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eaa566e8dc943b8" /><Relationship Type="http://schemas.openxmlformats.org/officeDocument/2006/relationships/notesSlide" Target="/ppt/notesSlides/notesSlide34.xml" Id="R168c89c473794a74" /></Relationships>
</file>

<file path=ppt/slides/slide1.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15243A"/>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6B25BE51-BB01-4E3D-9588-8543D172C6A6}"/>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A931DA38-B993-4292-8BED-3D7F6C375F64}"/>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B6CEFF"/>
                </a:solidFill>
                <a:latin typeface="DejaVu Sans"/>
                <a:ea typeface="DejaVu Sans"/>
                <a:cs typeface="DejaVu Sans"/>
              </a:defRPr>
            </a:defPPr>
          </a:lstStyle>
          <a:p xmlns:a="http://schemas.openxmlformats.org/drawingml/2006/main">
            <a:pPr>
              <a:defRPr sz="1575" b="1">
                <a:solidFill>
                  <a:srgbClr val="B6CEFF"/>
                </a:solidFill>
                <a:latin typeface="DejaVu Sans"/>
                <a:ea typeface="DejaVu Sans"/>
                <a:cs typeface="DejaVu Sans"/>
              </a:defRPr>
            </a:pPr>
            <a:r>
              <a:rPr sz="1575" b="1">
                <a:solidFill>
                  <a:srgbClr val="B6CEFF"/>
                </a:solidFill>
                <a:latin typeface="DejaVu Sans"/>
                <a:ea typeface="DejaVu Sans"/>
                <a:cs typeface="DejaVu Sans"/>
              </a:rPr>
              <a:t>OPENING / 0–5 MIN</a:t>
            </a:r>
          </a:p>
        </p:txBody>
      </p:sp>
      <p:sp>
        <p:nvSpPr>
          <p:cNvPr id="3" name="headline">
            <a:extLst xmlns:a="http://schemas.openxmlformats.org/drawingml/2006/main">
              <a:ext uri="{FF2B5EF4-FFF2-40B4-BE49-F238E27FC236}">
                <a16:creationId xmlns:a16="http://schemas.microsoft.com/office/drawing/2014/main" id="{5048DBF8-5389-488F-84EE-44212B98F5DE}"/>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500" b="1">
                <a:solidFill>
                  <a:srgbClr val="FFFFFF"/>
                </a:solidFill>
                <a:latin typeface="DejaVu Sans"/>
                <a:ea typeface="DejaVu Sans"/>
                <a:cs typeface="DejaVu Sans"/>
              </a:defRPr>
            </a:defPPr>
          </a:lstStyle>
          <a:p xmlns:a="http://schemas.openxmlformats.org/drawingml/2006/main">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Good English.</a:t>
            </a:r>
          </a:p>
          <a:p xmlns:a="http://schemas.openxmlformats.org/drawingml/2006/main">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Wrong answer. How?</a:t>
            </a:r>
          </a:p>
        </p:txBody>
      </p:sp>
      <p:sp>
        <p:nvSpPr>
          <p:cNvPr id="4" name="body">
            <a:extLst xmlns:a="http://schemas.openxmlformats.org/drawingml/2006/main">
              <a:ext uri="{FF2B5EF4-FFF2-40B4-BE49-F238E27FC236}">
                <a16:creationId xmlns:a16="http://schemas.microsoft.com/office/drawing/2014/main" id="{03D1E5E8-6139-4F76-8020-006974F0AA70}"/>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FFFFF"/>
                </a:solidFill>
                <a:latin typeface="DejaVu Sans"/>
                <a:ea typeface="DejaVu Sans"/>
                <a:cs typeface="DejaVu Sans"/>
              </a:defRPr>
            </a:defPPr>
          </a:lstStyle>
          <a:p xmlns:a="http://schemas.openxmlformats.org/drawingml/2006/main">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Can you beat the IELTS trap?</a:t>
            </a:r>
          </a:p>
        </p:txBody>
      </p:sp>
      <p:sp>
        <p:nvSpPr>
          <p:cNvPr id="5" name="footer">
            <a:extLst xmlns:a="http://schemas.openxmlformats.org/drawingml/2006/main">
              <a:ext uri="{FF2B5EF4-FFF2-40B4-BE49-F238E27FC236}">
                <a16:creationId xmlns:a16="http://schemas.microsoft.com/office/drawing/2014/main" id="{CCF0A6A1-5480-4E17-BBB8-87016B65B0A0}"/>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B6CEFF"/>
                </a:solidFill>
                <a:latin typeface="DejaVu Sans"/>
                <a:ea typeface="DejaVu Sans"/>
                <a:cs typeface="DejaVu Sans"/>
              </a:defRPr>
            </a:defPPr>
          </a:lstStyle>
          <a:p xmlns:a="http://schemas.openxmlformats.org/drawingml/2006/main">
            <a:pPr>
              <a:defRPr sz="1275" b="0">
                <a:solidFill>
                  <a:srgbClr val="B6CEFF"/>
                </a:solidFill>
                <a:latin typeface="DejaVu Sans"/>
                <a:ea typeface="DejaVu Sans"/>
                <a:cs typeface="DejaVu Sans"/>
              </a:defRPr>
            </a:pPr>
            <a:r>
              <a:rPr sz="1275" b="0">
                <a:solidFill>
                  <a:srgbClr val="B6CEFF"/>
                </a:solidFill>
                <a:latin typeface="DejaVu Sans"/>
                <a:ea typeface="DejaVu Sans"/>
                <a:cs typeface="DejaVu Sans"/>
              </a:rPr>
              <a:t>Brains Heist IELTS · IELTS-01 · Presentation 2.0.0 · 1 / 34</a:t>
            </a:r>
          </a:p>
        </p:txBody>
      </p:sp>
    </p:spTree>
    <p:extLst>
      <p:ext uri="{BB962C8B-B14F-4D97-AF65-F5344CB8AC3E}">
        <p14:creationId xmlns:p14="http://schemas.microsoft.com/office/powerpoint/2010/main" val="1977919726"/>
      </p:ext>
    </p:extLst>
  </p:cSld>
  <p:transition xmlns:p14="http://schemas.microsoft.com/office/powerpoint/2010/main" spd="fast" advClick="1" p14:dur="250">
    <p:fade/>
  </p:transition>
</p:sld>
</file>

<file path=ppt/slides/slide2.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9A4E080A-B24B-4155-8D2E-0D2B39A30770}"/>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DBD998FA-D2EC-4765-AC52-530DFB5037A5}"/>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TODAY'S CHALLENGE</a:t>
            </a:r>
          </a:p>
        </p:txBody>
      </p:sp>
      <p:sp>
        <p:nvSpPr>
          <p:cNvPr id="3" name="headline">
            <a:extLst xmlns:a="http://schemas.openxmlformats.org/drawingml/2006/main">
              <a:ext uri="{FF2B5EF4-FFF2-40B4-BE49-F238E27FC236}">
                <a16:creationId xmlns:a16="http://schemas.microsoft.com/office/drawing/2014/main" id="{D74335A4-72FB-49AE-A3BC-18DBF9F5F246}"/>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The final confirmed detail</a:t>
            </a:r>
          </a:p>
        </p:txBody>
      </p:sp>
      <p:sp>
        <p:nvSpPr>
          <p:cNvPr id="4" name="body">
            <a:extLst xmlns:a="http://schemas.openxmlformats.org/drawingml/2006/main">
              <a:ext uri="{FF2B5EF4-FFF2-40B4-BE49-F238E27FC236}">
                <a16:creationId xmlns:a16="http://schemas.microsoft.com/office/drawing/2014/main" id="{F516E797-2189-4E81-A2B2-A84335744975}"/>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first answer can change.</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does the speaker finally confirm?</a:t>
            </a:r>
          </a:p>
        </p:txBody>
      </p:sp>
      <p:sp>
        <p:nvSpPr>
          <p:cNvPr id="5" name="footer">
            <a:extLst xmlns:a="http://schemas.openxmlformats.org/drawingml/2006/main">
              <a:ext uri="{FF2B5EF4-FFF2-40B4-BE49-F238E27FC236}">
                <a16:creationId xmlns:a16="http://schemas.microsoft.com/office/drawing/2014/main" id="{9716B8C5-9925-466A-B32E-C98DA46A07EB}"/>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2 / 34</a:t>
            </a:r>
          </a:p>
        </p:txBody>
      </p:sp>
    </p:spTree>
    <p:extLst>
      <p:ext uri="{BB962C8B-B14F-4D97-AF65-F5344CB8AC3E}">
        <p14:creationId xmlns:p14="http://schemas.microsoft.com/office/powerpoint/2010/main" val="704966278"/>
      </p:ext>
    </p:extLst>
  </p:cSld>
  <p:transition xmlns:p14="http://schemas.microsoft.com/office/powerpoint/2010/main" spd="fast" advClick="1" p14:dur="250">
    <p:fade/>
  </p:transition>
</p:sld>
</file>

<file path=ppt/slides/slide3.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15243A"/>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732EE175-1FFF-450A-AED3-106F2BC8EC85}"/>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E0704D60-AC4E-408F-B9E1-4AC58EB42E34}"/>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B6CEFF"/>
                </a:solidFill>
                <a:latin typeface="DejaVu Sans"/>
                <a:ea typeface="DejaVu Sans"/>
                <a:cs typeface="DejaVu Sans"/>
              </a:defRPr>
            </a:defPPr>
          </a:lstStyle>
          <a:p xmlns:a="http://schemas.openxmlformats.org/drawingml/2006/main">
            <a:pPr>
              <a:defRPr sz="1575" b="1">
                <a:solidFill>
                  <a:srgbClr val="B6CEFF"/>
                </a:solidFill>
                <a:latin typeface="DejaVu Sans"/>
                <a:ea typeface="DejaVu Sans"/>
                <a:cs typeface="DejaVu Sans"/>
              </a:defRPr>
            </a:pPr>
            <a:r>
              <a:rPr sz="1575" b="1">
                <a:solidFill>
                  <a:srgbClr val="B6CEFF"/>
                </a:solidFill>
                <a:latin typeface="DejaVu Sans"/>
                <a:ea typeface="DejaVu Sans"/>
                <a:cs typeface="DejaVu Sans"/>
              </a:rPr>
              <a:t>ROUND 1 / L-003</a:t>
            </a:r>
          </a:p>
        </p:txBody>
      </p:sp>
      <p:sp>
        <p:nvSpPr>
          <p:cNvPr id="3" name="headline">
            <a:extLst xmlns:a="http://schemas.openxmlformats.org/drawingml/2006/main">
              <a:ext uri="{FF2B5EF4-FFF2-40B4-BE49-F238E27FC236}">
                <a16:creationId xmlns:a16="http://schemas.microsoft.com/office/drawing/2014/main" id="{754BBCCD-5996-4B2B-92A3-3675A8470D7B}"/>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500" b="1">
                <a:solidFill>
                  <a:srgbClr val="FFFFFF"/>
                </a:solidFill>
                <a:latin typeface="DejaVu Sans"/>
                <a:ea typeface="DejaVu Sans"/>
                <a:cs typeface="DejaVu Sans"/>
              </a:defRPr>
            </a:defPPr>
          </a:lstStyle>
          <a:p xmlns:a="http://schemas.openxmlformats.org/drawingml/2006/main">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{{L3_TITLE}}</a:t>
            </a:r>
          </a:p>
        </p:txBody>
      </p:sp>
      <p:sp>
        <p:nvSpPr>
          <p:cNvPr id="4" name="body">
            <a:extLst xmlns:a="http://schemas.openxmlformats.org/drawingml/2006/main">
              <a:ext uri="{FF2B5EF4-FFF2-40B4-BE49-F238E27FC236}">
                <a16:creationId xmlns:a16="http://schemas.microsoft.com/office/drawing/2014/main" id="{E9BDFF84-0DAF-4B73-81E1-09A00735BFF1}"/>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FFFFF"/>
                </a:solidFill>
                <a:latin typeface="DejaVu Sans"/>
                <a:ea typeface="DejaVu Sans"/>
                <a:cs typeface="DejaVu Sans"/>
              </a:defRPr>
            </a:defPPr>
          </a:lstStyle>
          <a:p xmlns:a="http://schemas.openxmlformats.org/drawingml/2006/main">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{{L3_INSTRUCTIONS}}</a:t>
            </a:r>
          </a:p>
        </p:txBody>
      </p:sp>
      <p:sp>
        <p:nvSpPr>
          <p:cNvPr id="5" name="footer">
            <a:extLst xmlns:a="http://schemas.openxmlformats.org/drawingml/2006/main">
              <a:ext uri="{FF2B5EF4-FFF2-40B4-BE49-F238E27FC236}">
                <a16:creationId xmlns:a16="http://schemas.microsoft.com/office/drawing/2014/main" id="{7311DFB8-6A66-4AE1-BEEC-7D4A60B5A1AE}"/>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B6CEFF"/>
                </a:solidFill>
                <a:latin typeface="DejaVu Sans"/>
                <a:ea typeface="DejaVu Sans"/>
                <a:cs typeface="DejaVu Sans"/>
              </a:defRPr>
            </a:defPPr>
          </a:lstStyle>
          <a:p xmlns:a="http://schemas.openxmlformats.org/drawingml/2006/main">
            <a:pPr>
              <a:defRPr sz="1275" b="0">
                <a:solidFill>
                  <a:srgbClr val="B6CEFF"/>
                </a:solidFill>
                <a:latin typeface="DejaVu Sans"/>
                <a:ea typeface="DejaVu Sans"/>
                <a:cs typeface="DejaVu Sans"/>
              </a:defRPr>
            </a:pPr>
            <a:r>
              <a:rPr sz="1275" b="0">
                <a:solidFill>
                  <a:srgbClr val="B6CEFF"/>
                </a:solidFill>
                <a:latin typeface="DejaVu Sans"/>
                <a:ea typeface="DejaVu Sans"/>
                <a:cs typeface="DejaVu Sans"/>
              </a:rPr>
              <a:t>Brains Heist IELTS · IELTS-01 · Presentation 2.0.0 · 3 / 34</a:t>
            </a:r>
          </a:p>
        </p:txBody>
      </p:sp>
    </p:spTree>
    <p:extLst>
      <p:ext uri="{BB962C8B-B14F-4D97-AF65-F5344CB8AC3E}">
        <p14:creationId xmlns:p14="http://schemas.microsoft.com/office/powerpoint/2010/main" val="671554543"/>
      </p:ext>
    </p:extLst>
  </p:cSld>
  <p:transition xmlns:p14="http://schemas.microsoft.com/office/powerpoint/2010/main" spd="fast" advClick="1" p14:dur="250">
    <p:fade/>
  </p:transition>
</p:sld>
</file>

<file path=ppt/slides/slide4.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27301371-A050-4879-A80D-0E6D79CEFAAF}"/>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5497CBC4-D160-4A9D-8953-6F76106A3473}"/>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QUESTION 1</a:t>
            </a:r>
          </a:p>
        </p:txBody>
      </p:sp>
      <p:sp>
        <p:nvSpPr>
          <p:cNvPr id="3" name="headline">
            <a:extLst xmlns:a="http://schemas.openxmlformats.org/drawingml/2006/main">
              <a:ext uri="{FF2B5EF4-FFF2-40B4-BE49-F238E27FC236}">
                <a16:creationId xmlns:a16="http://schemas.microsoft.com/office/drawing/2014/main" id="{F74EF64D-0A3A-42E9-89FC-1EB186C1FEE5}"/>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{{L3_Q1}}</a:t>
            </a:r>
          </a:p>
        </p:txBody>
      </p:sp>
      <p:sp>
        <p:nvSpPr>
          <p:cNvPr id="4" name="body">
            <a:extLst xmlns:a="http://schemas.openxmlformats.org/drawingml/2006/main">
              <a:ext uri="{FF2B5EF4-FFF2-40B4-BE49-F238E27FC236}">
                <a16:creationId xmlns:a16="http://schemas.microsoft.com/office/drawing/2014/main" id="{6F1D2F07-A278-4E4A-BC9B-F57D8527596C}"/>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AC8747BA-41FD-4A4A-8D6A-19DC10DD2624}"/>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4 / 34</a:t>
            </a:r>
          </a:p>
        </p:txBody>
      </p:sp>
    </p:spTree>
    <p:extLst>
      <p:ext uri="{BB962C8B-B14F-4D97-AF65-F5344CB8AC3E}">
        <p14:creationId xmlns:p14="http://schemas.microsoft.com/office/powerpoint/2010/main" val="1924550368"/>
      </p:ext>
    </p:extLst>
  </p:cSld>
  <p:transition xmlns:p14="http://schemas.microsoft.com/office/powerpoint/2010/main" spd="fast" advClick="1" p14:dur="250">
    <p:fade/>
  </p:transition>
</p:sld>
</file>

<file path=ppt/slides/slide5.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331B9FC9-134E-410A-8C4A-23327319E5ED}"/>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62DCDE5A-D3C7-42CF-ACF7-3B660EFD1670}"/>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ANSWER 1</a:t>
            </a:r>
          </a:p>
        </p:txBody>
      </p:sp>
      <p:sp>
        <p:nvSpPr>
          <p:cNvPr id="3" name="headline">
            <a:extLst xmlns:a="http://schemas.openxmlformats.org/drawingml/2006/main">
              <a:ext uri="{FF2B5EF4-FFF2-40B4-BE49-F238E27FC236}">
                <a16:creationId xmlns:a16="http://schemas.microsoft.com/office/drawing/2014/main" id="{3E0C7C98-8C02-4DB7-978D-A5E1B232C1DA}"/>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{{L3_A1}}</a:t>
            </a:r>
          </a:p>
        </p:txBody>
      </p:sp>
      <p:sp>
        <p:nvSpPr>
          <p:cNvPr id="4" name="body">
            <a:extLst xmlns:a="http://schemas.openxmlformats.org/drawingml/2006/main">
              <a:ext uri="{FF2B5EF4-FFF2-40B4-BE49-F238E27FC236}">
                <a16:creationId xmlns:a16="http://schemas.microsoft.com/office/drawing/2014/main" id="{6C3C62A1-D4BD-47D4-8808-CF5F4A9681BE}"/>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0B123F6A-04CA-404F-B28A-BED848141B7F}"/>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5 / 34</a:t>
            </a:r>
          </a:p>
        </p:txBody>
      </p:sp>
    </p:spTree>
    <p:extLst>
      <p:ext uri="{BB962C8B-B14F-4D97-AF65-F5344CB8AC3E}">
        <p14:creationId xmlns:p14="http://schemas.microsoft.com/office/powerpoint/2010/main" val="953846724"/>
      </p:ext>
    </p:extLst>
  </p:cSld>
  <p:transition xmlns:p14="http://schemas.microsoft.com/office/powerpoint/2010/main" spd="fast" advClick="1" p14:dur="250">
    <p:fade/>
  </p:transition>
</p:sld>
</file>

<file path=ppt/slides/slide6.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1855AC63-B13D-4D6F-97E9-74308670B11B}"/>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C77C9F69-2009-409F-BCA6-AEB102820F2E}"/>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QUESTION 2</a:t>
            </a:r>
          </a:p>
        </p:txBody>
      </p:sp>
      <p:sp>
        <p:nvSpPr>
          <p:cNvPr id="3" name="headline">
            <a:extLst xmlns:a="http://schemas.openxmlformats.org/drawingml/2006/main">
              <a:ext uri="{FF2B5EF4-FFF2-40B4-BE49-F238E27FC236}">
                <a16:creationId xmlns:a16="http://schemas.microsoft.com/office/drawing/2014/main" id="{8878AAB3-4868-4A18-BA5C-CD74C4A3C659}"/>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{{L3_Q2}}</a:t>
            </a:r>
          </a:p>
        </p:txBody>
      </p:sp>
      <p:sp>
        <p:nvSpPr>
          <p:cNvPr id="4" name="body">
            <a:extLst xmlns:a="http://schemas.openxmlformats.org/drawingml/2006/main">
              <a:ext uri="{FF2B5EF4-FFF2-40B4-BE49-F238E27FC236}">
                <a16:creationId xmlns:a16="http://schemas.microsoft.com/office/drawing/2014/main" id="{EC2BFEB5-DD00-482B-B155-13AFD7765F9E}"/>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288F117C-3E7E-4AFD-8DDA-41A62E31B3B8}"/>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6 / 34</a:t>
            </a:r>
          </a:p>
        </p:txBody>
      </p:sp>
    </p:spTree>
    <p:extLst>
      <p:ext uri="{BB962C8B-B14F-4D97-AF65-F5344CB8AC3E}">
        <p14:creationId xmlns:p14="http://schemas.microsoft.com/office/powerpoint/2010/main" val="1100144407"/>
      </p:ext>
    </p:extLst>
  </p:cSld>
  <p:transition xmlns:p14="http://schemas.microsoft.com/office/powerpoint/2010/main" spd="fast" advClick="1" p14:dur="250">
    <p:fade/>
  </p:transition>
</p:sld>
</file>

<file path=ppt/slides/slide7.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1A7E7548-70DF-41F3-99E3-71E466E7E74F}"/>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6F4230EF-FEC9-4A88-B111-CD82C0090F85}"/>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ANSWER 2</a:t>
            </a:r>
          </a:p>
        </p:txBody>
      </p:sp>
      <p:sp>
        <p:nvSpPr>
          <p:cNvPr id="3" name="headline">
            <a:extLst xmlns:a="http://schemas.openxmlformats.org/drawingml/2006/main">
              <a:ext uri="{FF2B5EF4-FFF2-40B4-BE49-F238E27FC236}">
                <a16:creationId xmlns:a16="http://schemas.microsoft.com/office/drawing/2014/main" id="{7A7C28B5-2174-4DAA-B823-3A57ECA660C3}"/>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{{L3_A2}}</a:t>
            </a:r>
          </a:p>
        </p:txBody>
      </p:sp>
      <p:sp>
        <p:nvSpPr>
          <p:cNvPr id="4" name="body">
            <a:extLst xmlns:a="http://schemas.openxmlformats.org/drawingml/2006/main">
              <a:ext uri="{FF2B5EF4-FFF2-40B4-BE49-F238E27FC236}">
                <a16:creationId xmlns:a16="http://schemas.microsoft.com/office/drawing/2014/main" id="{99E41D8E-347E-49B7-9193-8261C831852B}"/>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04341CB6-340B-4799-BBCD-A28C0CC34CE1}"/>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7 / 34</a:t>
            </a:r>
          </a:p>
        </p:txBody>
      </p:sp>
    </p:spTree>
    <p:extLst>
      <p:ext uri="{BB962C8B-B14F-4D97-AF65-F5344CB8AC3E}">
        <p14:creationId xmlns:p14="http://schemas.microsoft.com/office/powerpoint/2010/main" val="383469278"/>
      </p:ext>
    </p:extLst>
  </p:cSld>
  <p:transition xmlns:p14="http://schemas.microsoft.com/office/powerpoint/2010/main" spd="fast" advClick="1" p14:dur="250">
    <p:fade/>
  </p:transition>
</p:sld>
</file>

<file path=ppt/slides/slide8.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42B5E2C7-0EF0-4449-A574-1580C5A6910C}"/>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07C8880A-7AEA-4A92-9ACB-59E5D5922AB0}"/>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QUESTION 3</a:t>
            </a:r>
          </a:p>
        </p:txBody>
      </p:sp>
      <p:sp>
        <p:nvSpPr>
          <p:cNvPr id="3" name="headline">
            <a:extLst xmlns:a="http://schemas.openxmlformats.org/drawingml/2006/main">
              <a:ext uri="{FF2B5EF4-FFF2-40B4-BE49-F238E27FC236}">
                <a16:creationId xmlns:a16="http://schemas.microsoft.com/office/drawing/2014/main" id="{EF3407F9-B8ED-4F59-87EC-878D5201D54B}"/>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{{L3_Q3}}</a:t>
            </a:r>
          </a:p>
        </p:txBody>
      </p:sp>
      <p:sp>
        <p:nvSpPr>
          <p:cNvPr id="4" name="body">
            <a:extLst xmlns:a="http://schemas.openxmlformats.org/drawingml/2006/main">
              <a:ext uri="{FF2B5EF4-FFF2-40B4-BE49-F238E27FC236}">
                <a16:creationId xmlns:a16="http://schemas.microsoft.com/office/drawing/2014/main" id="{21F60B2C-6441-466C-8D2C-514DF70B2521}"/>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AF5CED3E-252A-4DFD-8C55-752113F39A56}"/>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8 / 34</a:t>
            </a:r>
          </a:p>
        </p:txBody>
      </p:sp>
    </p:spTree>
    <p:extLst>
      <p:ext uri="{BB962C8B-B14F-4D97-AF65-F5344CB8AC3E}">
        <p14:creationId xmlns:p14="http://schemas.microsoft.com/office/powerpoint/2010/main" val="1643409772"/>
      </p:ext>
    </p:extLst>
  </p:cSld>
  <p:transition xmlns:p14="http://schemas.microsoft.com/office/powerpoint/2010/main" spd="fast" advClick="1" p14:dur="250">
    <p:fade/>
  </p:transition>
</p:sld>
</file>

<file path=ppt/slides/slide9.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D868ED73-F84A-4462-921F-E23C265662B8}"/>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8D9683EF-5D9C-4DBC-AA0F-7A9BA450DFA4}"/>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ANSWER 3</a:t>
            </a:r>
          </a:p>
        </p:txBody>
      </p:sp>
      <p:sp>
        <p:nvSpPr>
          <p:cNvPr id="3" name="headline">
            <a:extLst xmlns:a="http://schemas.openxmlformats.org/drawingml/2006/main">
              <a:ext uri="{FF2B5EF4-FFF2-40B4-BE49-F238E27FC236}">
                <a16:creationId xmlns:a16="http://schemas.microsoft.com/office/drawing/2014/main" id="{948C3660-CC7C-4FFF-B12E-92FCB6655C68}"/>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{{L3_A3}}</a:t>
            </a:r>
          </a:p>
        </p:txBody>
      </p:sp>
      <p:sp>
        <p:nvSpPr>
          <p:cNvPr id="4" name="body">
            <a:extLst xmlns:a="http://schemas.openxmlformats.org/drawingml/2006/main">
              <a:ext uri="{FF2B5EF4-FFF2-40B4-BE49-F238E27FC236}">
                <a16:creationId xmlns:a16="http://schemas.microsoft.com/office/drawing/2014/main" id="{320E8E93-7693-456E-A31E-2BD426D6B042}"/>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BD870855-5428-4863-A1B9-42955C322E6E}"/>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9 / 34</a:t>
            </a:r>
          </a:p>
        </p:txBody>
      </p:sp>
    </p:spTree>
    <p:extLst>
      <p:ext uri="{BB962C8B-B14F-4D97-AF65-F5344CB8AC3E}">
        <p14:creationId xmlns:p14="http://schemas.microsoft.com/office/powerpoint/2010/main" val="364470469"/>
      </p:ext>
    </p:extLst>
  </p:cSld>
  <p:transition xmlns:p14="http://schemas.microsoft.com/office/powerpoint/2010/main" spd="fast" advClick="1" p14:dur="250">
    <p:fade/>
  </p:transition>
</p:sld>
</file>

<file path=ppt/slides/slide10.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66793646-A803-4C7B-9355-E454C1A1923D}"/>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537BBDC9-0907-46D8-8EC6-68E3DE4194CE}"/>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QUESTION 4</a:t>
            </a:r>
          </a:p>
        </p:txBody>
      </p:sp>
      <p:sp>
        <p:nvSpPr>
          <p:cNvPr id="3" name="headline">
            <a:extLst xmlns:a="http://schemas.openxmlformats.org/drawingml/2006/main">
              <a:ext uri="{FF2B5EF4-FFF2-40B4-BE49-F238E27FC236}">
                <a16:creationId xmlns:a16="http://schemas.microsoft.com/office/drawing/2014/main" id="{FD291A11-285F-477E-AD2F-33024B8392C3}"/>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{{L3_Q4}}</a:t>
            </a:r>
          </a:p>
        </p:txBody>
      </p:sp>
      <p:sp>
        <p:nvSpPr>
          <p:cNvPr id="4" name="body">
            <a:extLst xmlns:a="http://schemas.openxmlformats.org/drawingml/2006/main">
              <a:ext uri="{FF2B5EF4-FFF2-40B4-BE49-F238E27FC236}">
                <a16:creationId xmlns:a16="http://schemas.microsoft.com/office/drawing/2014/main" id="{24A6FB98-9BBE-41FB-9229-B7EFEEFA376A}"/>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1069192A-445B-494F-AB3A-DE57C406A4D4}"/>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10 / 34</a:t>
            </a:r>
          </a:p>
        </p:txBody>
      </p:sp>
    </p:spTree>
    <p:extLst>
      <p:ext uri="{BB962C8B-B14F-4D97-AF65-F5344CB8AC3E}">
        <p14:creationId xmlns:p14="http://schemas.microsoft.com/office/powerpoint/2010/main" val="913566340"/>
      </p:ext>
    </p:extLst>
  </p:cSld>
  <p:transition xmlns:p14="http://schemas.microsoft.com/office/powerpoint/2010/main" spd="fast" advClick="1" p14:dur="250">
    <p:fade/>
  </p:transition>
</p:sld>
</file>

<file path=ppt/slides/slide11.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4FD61ED8-30F8-4314-A30E-CFDF4C842295}"/>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F960FE7F-D7F6-4256-BD3C-ACB152D12EF2}"/>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ANSWER 4</a:t>
            </a:r>
          </a:p>
        </p:txBody>
      </p:sp>
      <p:sp>
        <p:nvSpPr>
          <p:cNvPr id="3" name="headline">
            <a:extLst xmlns:a="http://schemas.openxmlformats.org/drawingml/2006/main">
              <a:ext uri="{FF2B5EF4-FFF2-40B4-BE49-F238E27FC236}">
                <a16:creationId xmlns:a16="http://schemas.microsoft.com/office/drawing/2014/main" id="{3EE0A419-7682-4E7B-AC6D-82515960C85A}"/>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{{L3_A4}}</a:t>
            </a:r>
          </a:p>
        </p:txBody>
      </p:sp>
      <p:sp>
        <p:nvSpPr>
          <p:cNvPr id="4" name="body">
            <a:extLst xmlns:a="http://schemas.openxmlformats.org/drawingml/2006/main">
              <a:ext uri="{FF2B5EF4-FFF2-40B4-BE49-F238E27FC236}">
                <a16:creationId xmlns:a16="http://schemas.microsoft.com/office/drawing/2014/main" id="{5B48C053-8510-403A-B19C-A874FA170C2C}"/>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53F0ED5A-773C-4915-B3C1-EA9B32E1B9FF}"/>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11 / 34</a:t>
            </a:r>
          </a:p>
        </p:txBody>
      </p:sp>
    </p:spTree>
    <p:extLst>
      <p:ext uri="{BB962C8B-B14F-4D97-AF65-F5344CB8AC3E}">
        <p14:creationId xmlns:p14="http://schemas.microsoft.com/office/powerpoint/2010/main" val="351166830"/>
      </p:ext>
    </p:extLst>
  </p:cSld>
  <p:transition xmlns:p14="http://schemas.microsoft.com/office/powerpoint/2010/main" spd="fast" advClick="1" p14:dur="250">
    <p:fade/>
  </p:transition>
</p:sld>
</file>

<file path=ppt/slides/slide12.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6F504C11-A2E3-45D1-9377-681320DD139D}"/>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1D801710-AAF2-44F5-909C-9C812E0BB49E}"/>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QUESTION 5</a:t>
            </a:r>
          </a:p>
        </p:txBody>
      </p:sp>
      <p:sp>
        <p:nvSpPr>
          <p:cNvPr id="3" name="headline">
            <a:extLst xmlns:a="http://schemas.openxmlformats.org/drawingml/2006/main">
              <a:ext uri="{FF2B5EF4-FFF2-40B4-BE49-F238E27FC236}">
                <a16:creationId xmlns:a16="http://schemas.microsoft.com/office/drawing/2014/main" id="{CB61DD3B-5F2B-432C-8A5C-10395A8F5BCC}"/>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{{L3_Q5}}</a:t>
            </a:r>
          </a:p>
        </p:txBody>
      </p:sp>
      <p:sp>
        <p:nvSpPr>
          <p:cNvPr id="4" name="body">
            <a:extLst xmlns:a="http://schemas.openxmlformats.org/drawingml/2006/main">
              <a:ext uri="{FF2B5EF4-FFF2-40B4-BE49-F238E27FC236}">
                <a16:creationId xmlns:a16="http://schemas.microsoft.com/office/drawing/2014/main" id="{2C1AF58C-384F-4488-BD5D-D6922B10B983}"/>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9EF0C6F7-3927-433C-B70D-E711A8D16D4D}"/>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12 / 34</a:t>
            </a:r>
          </a:p>
        </p:txBody>
      </p:sp>
    </p:spTree>
    <p:extLst>
      <p:ext uri="{BB962C8B-B14F-4D97-AF65-F5344CB8AC3E}">
        <p14:creationId xmlns:p14="http://schemas.microsoft.com/office/powerpoint/2010/main" val="952354100"/>
      </p:ext>
    </p:extLst>
  </p:cSld>
  <p:transition xmlns:p14="http://schemas.microsoft.com/office/powerpoint/2010/main" spd="fast" advClick="1" p14:dur="250">
    <p:fade/>
  </p:transition>
</p:sld>
</file>

<file path=ppt/slides/slide13.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E6E17CCC-0F15-4C11-A8A3-69E622A9C976}"/>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8C2E1153-440B-42D4-A9B8-2E6B491969DC}"/>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ANSWER 5</a:t>
            </a:r>
          </a:p>
        </p:txBody>
      </p:sp>
      <p:sp>
        <p:nvSpPr>
          <p:cNvPr id="3" name="headline">
            <a:extLst xmlns:a="http://schemas.openxmlformats.org/drawingml/2006/main">
              <a:ext uri="{FF2B5EF4-FFF2-40B4-BE49-F238E27FC236}">
                <a16:creationId xmlns:a16="http://schemas.microsoft.com/office/drawing/2014/main" id="{20092BCF-3FB1-4362-BA9F-E5221ADD5980}"/>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{{L3_A5}}</a:t>
            </a:r>
          </a:p>
        </p:txBody>
      </p:sp>
      <p:sp>
        <p:nvSpPr>
          <p:cNvPr id="4" name="body">
            <a:extLst xmlns:a="http://schemas.openxmlformats.org/drawingml/2006/main">
              <a:ext uri="{FF2B5EF4-FFF2-40B4-BE49-F238E27FC236}">
                <a16:creationId xmlns:a16="http://schemas.microsoft.com/office/drawing/2014/main" id="{F6CBD7F5-A091-472C-AF72-A85B67211798}"/>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70B6E06F-47C3-480D-9B7A-E1B49593B5D3}"/>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13 / 34</a:t>
            </a:r>
          </a:p>
        </p:txBody>
      </p:sp>
    </p:spTree>
    <p:extLst>
      <p:ext uri="{BB962C8B-B14F-4D97-AF65-F5344CB8AC3E}">
        <p14:creationId xmlns:p14="http://schemas.microsoft.com/office/powerpoint/2010/main" val="882949936"/>
      </p:ext>
    </p:extLst>
  </p:cSld>
  <p:transition xmlns:p14="http://schemas.microsoft.com/office/powerpoint/2010/main" spd="fast" advClick="1" p14:dur="250">
    <p:fade/>
  </p:transition>
</p:sld>
</file>

<file path=ppt/slides/slide14.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DFB020C6-B45A-44BB-865F-209DF1899D4F}"/>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2A630C5C-9EB9-44DF-A59B-AF66709FEEB7}"/>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QUESTION 6</a:t>
            </a:r>
          </a:p>
        </p:txBody>
      </p:sp>
      <p:sp>
        <p:nvSpPr>
          <p:cNvPr id="3" name="headline">
            <a:extLst xmlns:a="http://schemas.openxmlformats.org/drawingml/2006/main">
              <a:ext uri="{FF2B5EF4-FFF2-40B4-BE49-F238E27FC236}">
                <a16:creationId xmlns:a16="http://schemas.microsoft.com/office/drawing/2014/main" id="{B537C296-DF96-4957-9BBF-08ECDA9EEF9A}"/>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{{L3_Q6}}</a:t>
            </a:r>
          </a:p>
        </p:txBody>
      </p:sp>
      <p:sp>
        <p:nvSpPr>
          <p:cNvPr id="4" name="body">
            <a:extLst xmlns:a="http://schemas.openxmlformats.org/drawingml/2006/main">
              <a:ext uri="{FF2B5EF4-FFF2-40B4-BE49-F238E27FC236}">
                <a16:creationId xmlns:a16="http://schemas.microsoft.com/office/drawing/2014/main" id="{6491333F-7006-4913-A0F9-705BF199A64B}"/>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9DF6603A-02BE-47A4-B5D7-B8F75C3B7198}"/>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14 / 34</a:t>
            </a:r>
          </a:p>
        </p:txBody>
      </p:sp>
    </p:spTree>
    <p:extLst>
      <p:ext uri="{BB962C8B-B14F-4D97-AF65-F5344CB8AC3E}">
        <p14:creationId xmlns:p14="http://schemas.microsoft.com/office/powerpoint/2010/main" val="918820724"/>
      </p:ext>
    </p:extLst>
  </p:cSld>
  <p:transition xmlns:p14="http://schemas.microsoft.com/office/powerpoint/2010/main" spd="fast" advClick="1" p14:dur="250">
    <p:fade/>
  </p:transition>
</p:sld>
</file>

<file path=ppt/slides/slide15.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A2B71922-B3BA-4C11-971A-93501C32F091}"/>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6125265A-09AB-485E-A3EC-92AF29A872D0}"/>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L-003 / ANSWER 6</a:t>
            </a:r>
          </a:p>
        </p:txBody>
      </p:sp>
      <p:sp>
        <p:nvSpPr>
          <p:cNvPr id="3" name="headline">
            <a:extLst xmlns:a="http://schemas.openxmlformats.org/drawingml/2006/main">
              <a:ext uri="{FF2B5EF4-FFF2-40B4-BE49-F238E27FC236}">
                <a16:creationId xmlns:a16="http://schemas.microsoft.com/office/drawing/2014/main" id="{3956905E-71D1-4F35-A905-969C69B3FE9E}"/>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{{L3_A6}}</a:t>
            </a:r>
          </a:p>
        </p:txBody>
      </p:sp>
      <p:sp>
        <p:nvSpPr>
          <p:cNvPr id="4" name="body">
            <a:extLst xmlns:a="http://schemas.openxmlformats.org/drawingml/2006/main">
              <a:ext uri="{FF2B5EF4-FFF2-40B4-BE49-F238E27FC236}">
                <a16:creationId xmlns:a16="http://schemas.microsoft.com/office/drawing/2014/main" id="{F83BFF4B-A02E-489B-8B00-E4E91ABDC87A}"/>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010DB5BC-9C39-4C7C-95C1-18F85ABEDDEA}"/>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15 / 34</a:t>
            </a:r>
          </a:p>
        </p:txBody>
      </p:sp>
    </p:spTree>
    <p:extLst>
      <p:ext uri="{BB962C8B-B14F-4D97-AF65-F5344CB8AC3E}">
        <p14:creationId xmlns:p14="http://schemas.microsoft.com/office/powerpoint/2010/main" val="561648453"/>
      </p:ext>
    </p:extLst>
  </p:cSld>
  <p:transition xmlns:p14="http://schemas.microsoft.com/office/powerpoint/2010/main" spd="fast" advClick="1" p14:dur="250">
    <p:fade/>
  </p:transition>
</p:sld>
</file>

<file path=ppt/slides/slide16.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E58472F5-2527-4E9C-A47D-B7A9931458AC}"/>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F3CBB881-1480-41D2-B962-20A58EF8AAA8}"/>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ROUND 1 / REFLECTION</a:t>
            </a:r>
          </a:p>
        </p:txBody>
      </p:sp>
      <p:sp>
        <p:nvSpPr>
          <p:cNvPr id="3" name="headline">
            <a:extLst xmlns:a="http://schemas.openxmlformats.org/drawingml/2006/main">
              <a:ext uri="{FF2B5EF4-FFF2-40B4-BE49-F238E27FC236}">
                <a16:creationId xmlns:a16="http://schemas.microsoft.com/office/drawing/2014/main" id="{A7629DFD-EBEF-4362-8182-CC0D5DC40310}"/>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The answer can change</a:t>
            </a:r>
          </a:p>
        </p:txBody>
      </p:sp>
      <p:sp>
        <p:nvSpPr>
          <p:cNvPr id="4" name="body">
            <a:extLst xmlns:a="http://schemas.openxmlformats.org/drawingml/2006/main">
              <a:ext uri="{FF2B5EF4-FFF2-40B4-BE49-F238E27FC236}">
                <a16:creationId xmlns:a16="http://schemas.microsoft.com/office/drawing/2014/main" id="{5422B0B2-9134-46A5-8E95-5A8AAEA6224C}"/>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Keep the first detail provisional.</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Check corrections and conditions against the question.</a:t>
            </a:r>
          </a:p>
        </p:txBody>
      </p:sp>
      <p:sp>
        <p:nvSpPr>
          <p:cNvPr id="5" name="footer">
            <a:extLst xmlns:a="http://schemas.openxmlformats.org/drawingml/2006/main">
              <a:ext uri="{FF2B5EF4-FFF2-40B4-BE49-F238E27FC236}">
                <a16:creationId xmlns:a16="http://schemas.microsoft.com/office/drawing/2014/main" id="{0C1AA65F-4B82-406F-A994-E94797E7FE6E}"/>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16 / 34</a:t>
            </a:r>
          </a:p>
        </p:txBody>
      </p:sp>
    </p:spTree>
    <p:extLst>
      <p:ext uri="{BB962C8B-B14F-4D97-AF65-F5344CB8AC3E}">
        <p14:creationId xmlns:p14="http://schemas.microsoft.com/office/powerpoint/2010/main" val="1351345075"/>
      </p:ext>
    </p:extLst>
  </p:cSld>
  <p:transition xmlns:p14="http://schemas.microsoft.com/office/powerpoint/2010/main" spd="fast" advClick="1" p14:dur="250">
    <p:fade/>
  </p:transition>
</p:sld>
</file>

<file path=ppt/slides/slide17.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15243A"/>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76DD9B83-1AA6-4B20-AC89-FCD9129258F6}"/>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CBBA72B3-AA5A-4A9B-9913-D0BABECF5980}"/>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B6CEFF"/>
                </a:solidFill>
                <a:latin typeface="DejaVu Sans"/>
                <a:ea typeface="DejaVu Sans"/>
                <a:cs typeface="DejaVu Sans"/>
              </a:defRPr>
            </a:defPPr>
          </a:lstStyle>
          <a:p xmlns:a="http://schemas.openxmlformats.org/drawingml/2006/main">
            <a:pPr>
              <a:defRPr sz="1575" b="1">
                <a:solidFill>
                  <a:srgbClr val="B6CEFF"/>
                </a:solidFill>
                <a:latin typeface="DejaVu Sans"/>
                <a:ea typeface="DejaVu Sans"/>
                <a:cs typeface="DejaVu Sans"/>
              </a:defRPr>
            </a:pPr>
            <a:r>
              <a:rPr sz="1575" b="1">
                <a:solidFill>
                  <a:srgbClr val="B6CEFF"/>
                </a:solidFill>
                <a:latin typeface="DejaVu Sans"/>
                <a:ea typeface="DejaVu Sans"/>
                <a:cs typeface="DejaVu Sans"/>
              </a:rPr>
              <a:t>ROUND 2 / L-004</a:t>
            </a:r>
          </a:p>
        </p:txBody>
      </p:sp>
      <p:sp>
        <p:nvSpPr>
          <p:cNvPr id="3" name="headline">
            <a:extLst xmlns:a="http://schemas.openxmlformats.org/drawingml/2006/main">
              <a:ext uri="{FF2B5EF4-FFF2-40B4-BE49-F238E27FC236}">
                <a16:creationId xmlns:a16="http://schemas.microsoft.com/office/drawing/2014/main" id="{3419ECD8-8CB1-48C8-99BD-23013546214B}"/>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500" b="1">
                <a:solidFill>
                  <a:srgbClr val="FFFFFF"/>
                </a:solidFill>
                <a:latin typeface="DejaVu Sans"/>
                <a:ea typeface="DejaVu Sans"/>
                <a:cs typeface="DejaVu Sans"/>
              </a:defRPr>
            </a:defPPr>
          </a:lstStyle>
          <a:p xmlns:a="http://schemas.openxmlformats.org/drawingml/2006/main">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{{L4_TITLE}}</a:t>
            </a:r>
          </a:p>
        </p:txBody>
      </p:sp>
      <p:sp>
        <p:nvSpPr>
          <p:cNvPr id="4" name="body">
            <a:extLst xmlns:a="http://schemas.openxmlformats.org/drawingml/2006/main">
              <a:ext uri="{FF2B5EF4-FFF2-40B4-BE49-F238E27FC236}">
                <a16:creationId xmlns:a16="http://schemas.microsoft.com/office/drawing/2014/main" id="{119C3374-0C37-417D-96A5-00D47918EF4B}"/>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FFFFF"/>
                </a:solidFill>
                <a:latin typeface="DejaVu Sans"/>
                <a:ea typeface="DejaVu Sans"/>
                <a:cs typeface="DejaVu Sans"/>
              </a:defRPr>
            </a:defPPr>
          </a:lstStyle>
          <a:p xmlns:a="http://schemas.openxmlformats.org/drawingml/2006/main">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{{L4_INSTRUCTIONS}}</a:t>
            </a:r>
          </a:p>
        </p:txBody>
      </p:sp>
      <p:sp>
        <p:nvSpPr>
          <p:cNvPr id="5" name="footer">
            <a:extLst xmlns:a="http://schemas.openxmlformats.org/drawingml/2006/main">
              <a:ext uri="{FF2B5EF4-FFF2-40B4-BE49-F238E27FC236}">
                <a16:creationId xmlns:a16="http://schemas.microsoft.com/office/drawing/2014/main" id="{CCA78E4C-B7BE-4F57-8EA3-A2276A9C708A}"/>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B6CEFF"/>
                </a:solidFill>
                <a:latin typeface="DejaVu Sans"/>
                <a:ea typeface="DejaVu Sans"/>
                <a:cs typeface="DejaVu Sans"/>
              </a:defRPr>
            </a:defPPr>
          </a:lstStyle>
          <a:p xmlns:a="http://schemas.openxmlformats.org/drawingml/2006/main">
            <a:pPr>
              <a:defRPr sz="1275" b="0">
                <a:solidFill>
                  <a:srgbClr val="B6CEFF"/>
                </a:solidFill>
                <a:latin typeface="DejaVu Sans"/>
                <a:ea typeface="DejaVu Sans"/>
                <a:cs typeface="DejaVu Sans"/>
              </a:defRPr>
            </a:pPr>
            <a:r>
              <a:rPr sz="1275" b="0">
                <a:solidFill>
                  <a:srgbClr val="B6CEFF"/>
                </a:solidFill>
                <a:latin typeface="DejaVu Sans"/>
                <a:ea typeface="DejaVu Sans"/>
                <a:cs typeface="DejaVu Sans"/>
              </a:rPr>
              <a:t>Brains Heist IELTS · IELTS-01 · Presentation 2.0.0 · 17 / 34</a:t>
            </a:r>
          </a:p>
        </p:txBody>
      </p:sp>
    </p:spTree>
    <p:extLst>
      <p:ext uri="{BB962C8B-B14F-4D97-AF65-F5344CB8AC3E}">
        <p14:creationId xmlns:p14="http://schemas.microsoft.com/office/powerpoint/2010/main" val="1903161532"/>
      </p:ext>
    </p:extLst>
  </p:cSld>
  <p:transition xmlns:p14="http://schemas.microsoft.com/office/powerpoint/2010/main" spd="fast" advClick="1" p14:dur="250">
    <p:fade/>
  </p:transition>
</p:sld>
</file>

<file path=ppt/slides/slide18.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CECC0C55-FCC6-44F0-9A26-DF8ED7D88DA8}"/>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6812694C-07AD-48D4-9C8E-BFCB6BEE1AE2}"/>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QUESTION 1</a:t>
            </a:r>
          </a:p>
        </p:txBody>
      </p:sp>
      <p:sp>
        <p:nvSpPr>
          <p:cNvPr id="3" name="headline">
            <a:extLst xmlns:a="http://schemas.openxmlformats.org/drawingml/2006/main">
              <a:ext uri="{FF2B5EF4-FFF2-40B4-BE49-F238E27FC236}">
                <a16:creationId xmlns:a16="http://schemas.microsoft.com/office/drawing/2014/main" id="{F2B91F13-9546-429A-B061-96861FBB5D6F}"/>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{{L4_Q1}}</a:t>
            </a:r>
          </a:p>
        </p:txBody>
      </p:sp>
      <p:sp>
        <p:nvSpPr>
          <p:cNvPr id="4" name="body">
            <a:extLst xmlns:a="http://schemas.openxmlformats.org/drawingml/2006/main">
              <a:ext uri="{FF2B5EF4-FFF2-40B4-BE49-F238E27FC236}">
                <a16:creationId xmlns:a16="http://schemas.microsoft.com/office/drawing/2014/main" id="{87C4F781-18F9-4964-A965-C54DB684B46F}"/>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9299E334-2361-4806-8C80-C98DC9F1A31F}"/>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18 / 34</a:t>
            </a:r>
          </a:p>
        </p:txBody>
      </p:sp>
    </p:spTree>
    <p:extLst>
      <p:ext uri="{BB962C8B-B14F-4D97-AF65-F5344CB8AC3E}">
        <p14:creationId xmlns:p14="http://schemas.microsoft.com/office/powerpoint/2010/main" val="543483394"/>
      </p:ext>
    </p:extLst>
  </p:cSld>
  <p:transition xmlns:p14="http://schemas.microsoft.com/office/powerpoint/2010/main" spd="fast" advClick="1" p14:dur="250">
    <p:fade/>
  </p:transition>
</p:sld>
</file>

<file path=ppt/slides/slide19.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360B7ED2-A741-4433-8E52-0D8B02599AD1}"/>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CDA7C54B-2D12-4EF1-95E7-9E0D4CD19F63}"/>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ANSWER 1</a:t>
            </a:r>
          </a:p>
        </p:txBody>
      </p:sp>
      <p:sp>
        <p:nvSpPr>
          <p:cNvPr id="3" name="headline">
            <a:extLst xmlns:a="http://schemas.openxmlformats.org/drawingml/2006/main">
              <a:ext uri="{FF2B5EF4-FFF2-40B4-BE49-F238E27FC236}">
                <a16:creationId xmlns:a16="http://schemas.microsoft.com/office/drawing/2014/main" id="{0262772A-EC46-4880-8941-9EE765FB8449}"/>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{{L4_A1}}</a:t>
            </a:r>
          </a:p>
        </p:txBody>
      </p:sp>
      <p:sp>
        <p:nvSpPr>
          <p:cNvPr id="4" name="body">
            <a:extLst xmlns:a="http://schemas.openxmlformats.org/drawingml/2006/main">
              <a:ext uri="{FF2B5EF4-FFF2-40B4-BE49-F238E27FC236}">
                <a16:creationId xmlns:a16="http://schemas.microsoft.com/office/drawing/2014/main" id="{A26215BD-F6AA-4DC7-BE78-E6F07266260D}"/>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8F52E377-F798-4DE4-AB61-29F9EA9A5C72}"/>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19 / 34</a:t>
            </a:r>
          </a:p>
        </p:txBody>
      </p:sp>
    </p:spTree>
    <p:extLst>
      <p:ext uri="{BB962C8B-B14F-4D97-AF65-F5344CB8AC3E}">
        <p14:creationId xmlns:p14="http://schemas.microsoft.com/office/powerpoint/2010/main" val="109949614"/>
      </p:ext>
    </p:extLst>
  </p:cSld>
  <p:transition xmlns:p14="http://schemas.microsoft.com/office/powerpoint/2010/main" spd="fast" advClick="1" p14:dur="250">
    <p:fade/>
  </p:transition>
</p:sld>
</file>

<file path=ppt/slides/slide20.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7E7C230C-90C5-4A23-9BB0-07014FC6DE57}"/>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E6D5D9E7-66C1-4024-A4A0-514E4EA39DB1}"/>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QUESTION 2</a:t>
            </a:r>
          </a:p>
        </p:txBody>
      </p:sp>
      <p:sp>
        <p:nvSpPr>
          <p:cNvPr id="3" name="headline">
            <a:extLst xmlns:a="http://schemas.openxmlformats.org/drawingml/2006/main">
              <a:ext uri="{FF2B5EF4-FFF2-40B4-BE49-F238E27FC236}">
                <a16:creationId xmlns:a16="http://schemas.microsoft.com/office/drawing/2014/main" id="{AFA7C28C-5FDB-45EA-AC79-E41D2B65F63D}"/>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{{L4_Q2}}</a:t>
            </a:r>
          </a:p>
        </p:txBody>
      </p:sp>
      <p:sp>
        <p:nvSpPr>
          <p:cNvPr id="4" name="body">
            <a:extLst xmlns:a="http://schemas.openxmlformats.org/drawingml/2006/main">
              <a:ext uri="{FF2B5EF4-FFF2-40B4-BE49-F238E27FC236}">
                <a16:creationId xmlns:a16="http://schemas.microsoft.com/office/drawing/2014/main" id="{17C0888C-EB05-4B86-ABC1-8D9C28E2C044}"/>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8EC2AC96-786C-4B61-8939-18916AC59E14}"/>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20 / 34</a:t>
            </a:r>
          </a:p>
        </p:txBody>
      </p:sp>
    </p:spTree>
    <p:extLst>
      <p:ext uri="{BB962C8B-B14F-4D97-AF65-F5344CB8AC3E}">
        <p14:creationId xmlns:p14="http://schemas.microsoft.com/office/powerpoint/2010/main" val="2123132591"/>
      </p:ext>
    </p:extLst>
  </p:cSld>
  <p:transition xmlns:p14="http://schemas.microsoft.com/office/powerpoint/2010/main" spd="fast" advClick="1" p14:dur="250">
    <p:fade/>
  </p:transition>
</p:sld>
</file>

<file path=ppt/slides/slide21.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CAD07485-A1FB-4C4F-9385-F54DC0297DB6}"/>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0D23BFF5-12ED-4333-9034-D51500CCB103}"/>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ANSWER 2</a:t>
            </a:r>
          </a:p>
        </p:txBody>
      </p:sp>
      <p:sp>
        <p:nvSpPr>
          <p:cNvPr id="3" name="headline">
            <a:extLst xmlns:a="http://schemas.openxmlformats.org/drawingml/2006/main">
              <a:ext uri="{FF2B5EF4-FFF2-40B4-BE49-F238E27FC236}">
                <a16:creationId xmlns:a16="http://schemas.microsoft.com/office/drawing/2014/main" id="{4C083081-8F33-4C25-BFEF-9CFCD8E454BF}"/>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{{L4_A2}}</a:t>
            </a:r>
          </a:p>
        </p:txBody>
      </p:sp>
      <p:sp>
        <p:nvSpPr>
          <p:cNvPr id="4" name="body">
            <a:extLst xmlns:a="http://schemas.openxmlformats.org/drawingml/2006/main">
              <a:ext uri="{FF2B5EF4-FFF2-40B4-BE49-F238E27FC236}">
                <a16:creationId xmlns:a16="http://schemas.microsoft.com/office/drawing/2014/main" id="{E4B735E9-14C3-4B8F-A043-8700576D8AA6}"/>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5B39AE1F-6F2D-4F34-B8EA-F8617D8A72C6}"/>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21 / 34</a:t>
            </a:r>
          </a:p>
        </p:txBody>
      </p:sp>
    </p:spTree>
    <p:extLst>
      <p:ext uri="{BB962C8B-B14F-4D97-AF65-F5344CB8AC3E}">
        <p14:creationId xmlns:p14="http://schemas.microsoft.com/office/powerpoint/2010/main" val="2070120453"/>
      </p:ext>
    </p:extLst>
  </p:cSld>
  <p:transition xmlns:p14="http://schemas.microsoft.com/office/powerpoint/2010/main" spd="fast" advClick="1" p14:dur="250">
    <p:fade/>
  </p:transition>
</p:sld>
</file>

<file path=ppt/slides/slide22.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D292E163-4B01-4E91-BC81-6F2A145209B1}"/>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14DE4F7C-4E2F-40A4-870A-9818E33C19D2}"/>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QUESTION 3</a:t>
            </a:r>
          </a:p>
        </p:txBody>
      </p:sp>
      <p:sp>
        <p:nvSpPr>
          <p:cNvPr id="3" name="headline">
            <a:extLst xmlns:a="http://schemas.openxmlformats.org/drawingml/2006/main">
              <a:ext uri="{FF2B5EF4-FFF2-40B4-BE49-F238E27FC236}">
                <a16:creationId xmlns:a16="http://schemas.microsoft.com/office/drawing/2014/main" id="{13F71410-A402-406B-A9FB-1801D027BAAD}"/>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{{L4_Q3}}</a:t>
            </a:r>
          </a:p>
        </p:txBody>
      </p:sp>
      <p:sp>
        <p:nvSpPr>
          <p:cNvPr id="4" name="body">
            <a:extLst xmlns:a="http://schemas.openxmlformats.org/drawingml/2006/main">
              <a:ext uri="{FF2B5EF4-FFF2-40B4-BE49-F238E27FC236}">
                <a16:creationId xmlns:a16="http://schemas.microsoft.com/office/drawing/2014/main" id="{9D8A8A4C-1944-4948-B7D5-01EC38D33F35}"/>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A129531C-85A2-49CF-A92C-29CCF10E1DA0}"/>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22 / 34</a:t>
            </a:r>
          </a:p>
        </p:txBody>
      </p:sp>
    </p:spTree>
    <p:extLst>
      <p:ext uri="{BB962C8B-B14F-4D97-AF65-F5344CB8AC3E}">
        <p14:creationId xmlns:p14="http://schemas.microsoft.com/office/powerpoint/2010/main" val="2035491832"/>
      </p:ext>
    </p:extLst>
  </p:cSld>
  <p:transition xmlns:p14="http://schemas.microsoft.com/office/powerpoint/2010/main" spd="fast" advClick="1" p14:dur="250">
    <p:fade/>
  </p:transition>
</p:sld>
</file>

<file path=ppt/slides/slide23.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BA064DC5-EB55-4162-8018-44C58222FB8B}"/>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3EEFF248-A7F2-4229-B8A9-469F5658B0A8}"/>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ANSWER 3</a:t>
            </a:r>
          </a:p>
        </p:txBody>
      </p:sp>
      <p:sp>
        <p:nvSpPr>
          <p:cNvPr id="3" name="headline">
            <a:extLst xmlns:a="http://schemas.openxmlformats.org/drawingml/2006/main">
              <a:ext uri="{FF2B5EF4-FFF2-40B4-BE49-F238E27FC236}">
                <a16:creationId xmlns:a16="http://schemas.microsoft.com/office/drawing/2014/main" id="{743F807B-8FAB-4DE2-ABBA-434302136D46}"/>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{{L4_A3}}</a:t>
            </a:r>
          </a:p>
        </p:txBody>
      </p:sp>
      <p:sp>
        <p:nvSpPr>
          <p:cNvPr id="4" name="body">
            <a:extLst xmlns:a="http://schemas.openxmlformats.org/drawingml/2006/main">
              <a:ext uri="{FF2B5EF4-FFF2-40B4-BE49-F238E27FC236}">
                <a16:creationId xmlns:a16="http://schemas.microsoft.com/office/drawing/2014/main" id="{52D65D31-463B-4396-88B8-EE316C296764}"/>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01D097D1-C3AC-47DB-9046-C5071C99C0B1}"/>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23 / 34</a:t>
            </a:r>
          </a:p>
        </p:txBody>
      </p:sp>
    </p:spTree>
    <p:extLst>
      <p:ext uri="{BB962C8B-B14F-4D97-AF65-F5344CB8AC3E}">
        <p14:creationId xmlns:p14="http://schemas.microsoft.com/office/powerpoint/2010/main" val="652386121"/>
      </p:ext>
    </p:extLst>
  </p:cSld>
  <p:transition xmlns:p14="http://schemas.microsoft.com/office/powerpoint/2010/main" spd="fast" advClick="1" p14:dur="250">
    <p:fade/>
  </p:transition>
</p:sld>
</file>

<file path=ppt/slides/slide24.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4833A644-A19C-4707-9F66-A62FE9741C72}"/>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4F8C2E12-C249-455C-8C22-10434FC3CAB0}"/>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QUESTION 4</a:t>
            </a:r>
          </a:p>
        </p:txBody>
      </p:sp>
      <p:sp>
        <p:nvSpPr>
          <p:cNvPr id="3" name="headline">
            <a:extLst xmlns:a="http://schemas.openxmlformats.org/drawingml/2006/main">
              <a:ext uri="{FF2B5EF4-FFF2-40B4-BE49-F238E27FC236}">
                <a16:creationId xmlns:a16="http://schemas.microsoft.com/office/drawing/2014/main" id="{664C7D72-0D14-421B-82CB-DBC48374CD06}"/>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{{L4_Q4}}</a:t>
            </a:r>
          </a:p>
        </p:txBody>
      </p:sp>
      <p:sp>
        <p:nvSpPr>
          <p:cNvPr id="4" name="body">
            <a:extLst xmlns:a="http://schemas.openxmlformats.org/drawingml/2006/main">
              <a:ext uri="{FF2B5EF4-FFF2-40B4-BE49-F238E27FC236}">
                <a16:creationId xmlns:a16="http://schemas.microsoft.com/office/drawing/2014/main" id="{432B638C-9B2A-43C3-8B72-E81B863F36E2}"/>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789654BF-83A3-485B-8608-8AF0AE301116}"/>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24 / 34</a:t>
            </a:r>
          </a:p>
        </p:txBody>
      </p:sp>
    </p:spTree>
    <p:extLst>
      <p:ext uri="{BB962C8B-B14F-4D97-AF65-F5344CB8AC3E}">
        <p14:creationId xmlns:p14="http://schemas.microsoft.com/office/powerpoint/2010/main" val="625044213"/>
      </p:ext>
    </p:extLst>
  </p:cSld>
  <p:transition xmlns:p14="http://schemas.microsoft.com/office/powerpoint/2010/main" spd="fast" advClick="1" p14:dur="250">
    <p:fade/>
  </p:transition>
</p:sld>
</file>

<file path=ppt/slides/slide25.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A3DAEE7A-2837-4865-8398-F9C1F10569DC}"/>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392F4AE2-CE13-49E9-BC62-5EDD68B19BF2}"/>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ANSWER 4</a:t>
            </a:r>
          </a:p>
        </p:txBody>
      </p:sp>
      <p:sp>
        <p:nvSpPr>
          <p:cNvPr id="3" name="headline">
            <a:extLst xmlns:a="http://schemas.openxmlformats.org/drawingml/2006/main">
              <a:ext uri="{FF2B5EF4-FFF2-40B4-BE49-F238E27FC236}">
                <a16:creationId xmlns:a16="http://schemas.microsoft.com/office/drawing/2014/main" id="{47D29CC0-B431-4532-8BD9-50B98F002FBD}"/>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{{L4_A4}}</a:t>
            </a:r>
          </a:p>
        </p:txBody>
      </p:sp>
      <p:sp>
        <p:nvSpPr>
          <p:cNvPr id="4" name="body">
            <a:extLst xmlns:a="http://schemas.openxmlformats.org/drawingml/2006/main">
              <a:ext uri="{FF2B5EF4-FFF2-40B4-BE49-F238E27FC236}">
                <a16:creationId xmlns:a16="http://schemas.microsoft.com/office/drawing/2014/main" id="{2BD3D7DE-9E2A-4100-AFC6-F04D28BBF3E7}"/>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4E6F2A4C-2D65-4752-9330-A7E5039F72FF}"/>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25 / 34</a:t>
            </a:r>
          </a:p>
        </p:txBody>
      </p:sp>
    </p:spTree>
    <p:extLst>
      <p:ext uri="{BB962C8B-B14F-4D97-AF65-F5344CB8AC3E}">
        <p14:creationId xmlns:p14="http://schemas.microsoft.com/office/powerpoint/2010/main" val="291425317"/>
      </p:ext>
    </p:extLst>
  </p:cSld>
  <p:transition xmlns:p14="http://schemas.microsoft.com/office/powerpoint/2010/main" spd="fast" advClick="1" p14:dur="250">
    <p:fade/>
  </p:transition>
</p:sld>
</file>

<file path=ppt/slides/slide26.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535F0A4A-1D4E-45A8-AEA5-E56DEC17B058}"/>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DC6005F5-A972-4B30-9521-48F399D1236F}"/>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QUESTION 5</a:t>
            </a:r>
          </a:p>
        </p:txBody>
      </p:sp>
      <p:sp>
        <p:nvSpPr>
          <p:cNvPr id="3" name="headline">
            <a:extLst xmlns:a="http://schemas.openxmlformats.org/drawingml/2006/main">
              <a:ext uri="{FF2B5EF4-FFF2-40B4-BE49-F238E27FC236}">
                <a16:creationId xmlns:a16="http://schemas.microsoft.com/office/drawing/2014/main" id="{BE8BF347-5951-4CE3-AE0E-23087D2E1D1D}"/>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{{L4_Q5}}</a:t>
            </a:r>
          </a:p>
        </p:txBody>
      </p:sp>
      <p:sp>
        <p:nvSpPr>
          <p:cNvPr id="4" name="body">
            <a:extLst xmlns:a="http://schemas.openxmlformats.org/drawingml/2006/main">
              <a:ext uri="{FF2B5EF4-FFF2-40B4-BE49-F238E27FC236}">
                <a16:creationId xmlns:a16="http://schemas.microsoft.com/office/drawing/2014/main" id="{4795C13C-0787-415A-9933-ADE8ACCAF379}"/>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27309F18-E675-4B70-B821-E8BE0B765674}"/>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26 / 34</a:t>
            </a:r>
          </a:p>
        </p:txBody>
      </p:sp>
    </p:spTree>
    <p:extLst>
      <p:ext uri="{BB962C8B-B14F-4D97-AF65-F5344CB8AC3E}">
        <p14:creationId xmlns:p14="http://schemas.microsoft.com/office/powerpoint/2010/main" val="57594478"/>
      </p:ext>
    </p:extLst>
  </p:cSld>
  <p:transition xmlns:p14="http://schemas.microsoft.com/office/powerpoint/2010/main" spd="fast" advClick="1" p14:dur="250">
    <p:fade/>
  </p:transition>
</p:sld>
</file>

<file path=ppt/slides/slide27.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C16CAA27-D5E9-47E3-910A-27C8EBCE6D77}"/>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2D6C4792-A313-453C-B9F7-7EB68316A8A3}"/>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ANSWER 5</a:t>
            </a:r>
          </a:p>
        </p:txBody>
      </p:sp>
      <p:sp>
        <p:nvSpPr>
          <p:cNvPr id="3" name="headline">
            <a:extLst xmlns:a="http://schemas.openxmlformats.org/drawingml/2006/main">
              <a:ext uri="{FF2B5EF4-FFF2-40B4-BE49-F238E27FC236}">
                <a16:creationId xmlns:a16="http://schemas.microsoft.com/office/drawing/2014/main" id="{E496510C-5ED7-4524-8636-B7371ED86042}"/>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{{L4_A5}}</a:t>
            </a:r>
          </a:p>
        </p:txBody>
      </p:sp>
      <p:sp>
        <p:nvSpPr>
          <p:cNvPr id="4" name="body">
            <a:extLst xmlns:a="http://schemas.openxmlformats.org/drawingml/2006/main">
              <a:ext uri="{FF2B5EF4-FFF2-40B4-BE49-F238E27FC236}">
                <a16:creationId xmlns:a16="http://schemas.microsoft.com/office/drawing/2014/main" id="{43519989-66B2-4619-AB7E-4E24B33DB67F}"/>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C50553AC-B397-42BF-983D-DE5B26D26772}"/>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27 / 34</a:t>
            </a:r>
          </a:p>
        </p:txBody>
      </p:sp>
    </p:spTree>
    <p:extLst>
      <p:ext uri="{BB962C8B-B14F-4D97-AF65-F5344CB8AC3E}">
        <p14:creationId xmlns:p14="http://schemas.microsoft.com/office/powerpoint/2010/main" val="505343768"/>
      </p:ext>
    </p:extLst>
  </p:cSld>
  <p:transition xmlns:p14="http://schemas.microsoft.com/office/powerpoint/2010/main" spd="fast" advClick="1" p14:dur="250">
    <p:fade/>
  </p:transition>
</p:sld>
</file>

<file path=ppt/slides/slide28.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70203934-C2EA-4922-B576-E936B746684F}"/>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4BE270EF-69CB-47F3-AC45-86B80722F26B}"/>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QUESTION 6</a:t>
            </a:r>
          </a:p>
        </p:txBody>
      </p:sp>
      <p:sp>
        <p:nvSpPr>
          <p:cNvPr id="3" name="headline">
            <a:extLst xmlns:a="http://schemas.openxmlformats.org/drawingml/2006/main">
              <a:ext uri="{FF2B5EF4-FFF2-40B4-BE49-F238E27FC236}">
                <a16:creationId xmlns:a16="http://schemas.microsoft.com/office/drawing/2014/main" id="{3B351484-C0E3-4D3A-91C1-88D7D3DFA2C7}"/>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{{L4_Q6}}</a:t>
            </a:r>
          </a:p>
        </p:txBody>
      </p:sp>
      <p:sp>
        <p:nvSpPr>
          <p:cNvPr id="4" name="body">
            <a:extLst xmlns:a="http://schemas.openxmlformats.org/drawingml/2006/main">
              <a:ext uri="{FF2B5EF4-FFF2-40B4-BE49-F238E27FC236}">
                <a16:creationId xmlns:a16="http://schemas.microsoft.com/office/drawing/2014/main" id="{40932051-6601-48A3-93FC-FA6B79214E6F}"/>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answer first.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detail supports it?</a:t>
            </a:r>
          </a:p>
        </p:txBody>
      </p:sp>
      <p:sp>
        <p:nvSpPr>
          <p:cNvPr id="5" name="footer">
            <a:extLst xmlns:a="http://schemas.openxmlformats.org/drawingml/2006/main">
              <a:ext uri="{FF2B5EF4-FFF2-40B4-BE49-F238E27FC236}">
                <a16:creationId xmlns:a16="http://schemas.microsoft.com/office/drawing/2014/main" id="{E912F8A8-0822-4161-8AC2-FCC5F95C2FEB}"/>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28 / 34</a:t>
            </a:r>
          </a:p>
        </p:txBody>
      </p:sp>
    </p:spTree>
    <p:extLst>
      <p:ext uri="{BB962C8B-B14F-4D97-AF65-F5344CB8AC3E}">
        <p14:creationId xmlns:p14="http://schemas.microsoft.com/office/powerpoint/2010/main" val="1396304539"/>
      </p:ext>
    </p:extLst>
  </p:cSld>
  <p:transition xmlns:p14="http://schemas.microsoft.com/office/powerpoint/2010/main" spd="fast" advClick="1" p14:dur="250">
    <p:fade/>
  </p:transition>
</p:sld>
</file>

<file path=ppt/slides/slide29.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E6872BC2-949B-4B55-BCC3-56929DD39649}"/>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64E6473A-B9FA-46E9-85D9-E6B233C17689}"/>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L-004 / ANSWER 6</a:t>
            </a:r>
          </a:p>
        </p:txBody>
      </p:sp>
      <p:sp>
        <p:nvSpPr>
          <p:cNvPr id="3" name="headline">
            <a:extLst xmlns:a="http://schemas.openxmlformats.org/drawingml/2006/main">
              <a:ext uri="{FF2B5EF4-FFF2-40B4-BE49-F238E27FC236}">
                <a16:creationId xmlns:a16="http://schemas.microsoft.com/office/drawing/2014/main" id="{D1550989-49F0-4991-8A22-9CE3BB6AD798}"/>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746B0"/>
                </a:solidFill>
                <a:latin typeface="DejaVu Sans"/>
                <a:ea typeface="DejaVu Sans"/>
                <a:cs typeface="DejaVu Sans"/>
              </a:defRPr>
            </a:defPPr>
          </a:lstStyle>
          <a:p xmlns:a="http://schemas.openxmlformats.org/drawingml/2006/main">
            <a:pPr>
              <a:defRPr sz="3600" b="1">
                <a:solidFill>
                  <a:srgbClr val="1746B0"/>
                </a:solidFill>
                <a:latin typeface="DejaVu Sans"/>
                <a:ea typeface="DejaVu Sans"/>
                <a:cs typeface="DejaVu Sans"/>
              </a:defRPr>
            </a:pPr>
            <a:r>
              <a:rPr sz="3600" b="1">
                <a:solidFill>
                  <a:srgbClr val="1746B0"/>
                </a:solidFill>
                <a:latin typeface="DejaVu Sans"/>
                <a:ea typeface="DejaVu Sans"/>
                <a:cs typeface="DejaVu Sans"/>
              </a:rPr>
              <a:t>{{L4_A6}}</a:t>
            </a:r>
          </a:p>
        </p:txBody>
      </p:sp>
      <p:sp>
        <p:nvSpPr>
          <p:cNvPr id="4" name="body">
            <a:extLst xmlns:a="http://schemas.openxmlformats.org/drawingml/2006/main">
              <a:ext uri="{FF2B5EF4-FFF2-40B4-BE49-F238E27FC236}">
                <a16:creationId xmlns:a16="http://schemas.microsoft.com/office/drawing/2014/main" id="{E47320DA-3921-40EE-BD73-A3F2C0B907EF}"/>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What supports this answer?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Which competing detail did you reject?</a:t>
            </a:r>
          </a:p>
        </p:txBody>
      </p:sp>
      <p:sp>
        <p:nvSpPr>
          <p:cNvPr id="5" name="footer">
            <a:extLst xmlns:a="http://schemas.openxmlformats.org/drawingml/2006/main">
              <a:ext uri="{FF2B5EF4-FFF2-40B4-BE49-F238E27FC236}">
                <a16:creationId xmlns:a16="http://schemas.microsoft.com/office/drawing/2014/main" id="{F05F9710-6B14-4656-AC6C-E730ADA617F7}"/>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29 / 34</a:t>
            </a:r>
          </a:p>
        </p:txBody>
      </p:sp>
    </p:spTree>
    <p:extLst>
      <p:ext uri="{BB962C8B-B14F-4D97-AF65-F5344CB8AC3E}">
        <p14:creationId xmlns:p14="http://schemas.microsoft.com/office/powerpoint/2010/main" val="402800554"/>
      </p:ext>
    </p:extLst>
  </p:cSld>
  <p:transition xmlns:p14="http://schemas.microsoft.com/office/powerpoint/2010/main" spd="fast" advClick="1" p14:dur="250">
    <p:fade/>
  </p:transition>
</p:sld>
</file>

<file path=ppt/slides/slide30.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4419CE4A-804B-4FAE-BD6A-D2E5A381879D}"/>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4CAF8532-DEBE-4138-B1BB-27FE235059A8}"/>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ROUND 2 / REFLECTION</a:t>
            </a:r>
          </a:p>
        </p:txBody>
      </p:sp>
      <p:sp>
        <p:nvSpPr>
          <p:cNvPr id="3" name="headline">
            <a:extLst xmlns:a="http://schemas.openxmlformats.org/drawingml/2006/main">
              <a:ext uri="{FF2B5EF4-FFF2-40B4-BE49-F238E27FC236}">
                <a16:creationId xmlns:a16="http://schemas.microsoft.com/office/drawing/2014/main" id="{8F3485B3-9F25-440A-8571-225F982221AB}"/>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The answer can change</a:t>
            </a:r>
          </a:p>
        </p:txBody>
      </p:sp>
      <p:sp>
        <p:nvSpPr>
          <p:cNvPr id="4" name="body">
            <a:extLst xmlns:a="http://schemas.openxmlformats.org/drawingml/2006/main">
              <a:ext uri="{FF2B5EF4-FFF2-40B4-BE49-F238E27FC236}">
                <a16:creationId xmlns:a16="http://schemas.microsoft.com/office/drawing/2014/main" id="{EA4E569A-D307-4E85-A9B8-15617B50D784}"/>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Keep the first detail provisional.</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Check corrections and conditions against the question.</a:t>
            </a:r>
          </a:p>
        </p:txBody>
      </p:sp>
      <p:sp>
        <p:nvSpPr>
          <p:cNvPr id="5" name="footer">
            <a:extLst xmlns:a="http://schemas.openxmlformats.org/drawingml/2006/main">
              <a:ext uri="{FF2B5EF4-FFF2-40B4-BE49-F238E27FC236}">
                <a16:creationId xmlns:a16="http://schemas.microsoft.com/office/drawing/2014/main" id="{952AFF21-98FA-403D-AFEF-0E12EED47F5F}"/>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30 / 34</a:t>
            </a:r>
          </a:p>
        </p:txBody>
      </p:sp>
    </p:spTree>
    <p:extLst>
      <p:ext uri="{BB962C8B-B14F-4D97-AF65-F5344CB8AC3E}">
        <p14:creationId xmlns:p14="http://schemas.microsoft.com/office/powerpoint/2010/main" val="1024530923"/>
      </p:ext>
    </p:extLst>
  </p:cSld>
  <p:transition xmlns:p14="http://schemas.microsoft.com/office/powerpoint/2010/main" spd="fast" advClick="1" p14:dur="250">
    <p:fade/>
  </p:transition>
</p:sld>
</file>

<file path=ppt/slides/slide31.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15243A"/>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8AE8A233-CECA-4D16-AFF3-72BD58CCBFAD}"/>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DF7E92ED-B0B9-41CA-9C6D-09B935D44EE0}"/>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B6CEFF"/>
                </a:solidFill>
                <a:latin typeface="DejaVu Sans"/>
                <a:ea typeface="DejaVu Sans"/>
                <a:cs typeface="DejaVu Sans"/>
              </a:defRPr>
            </a:defPPr>
          </a:lstStyle>
          <a:p xmlns:a="http://schemas.openxmlformats.org/drawingml/2006/main">
            <a:pPr>
              <a:defRPr sz="1575" b="1">
                <a:solidFill>
                  <a:srgbClr val="B6CEFF"/>
                </a:solidFill>
                <a:latin typeface="DejaVu Sans"/>
                <a:ea typeface="DejaVu Sans"/>
                <a:cs typeface="DejaVu Sans"/>
              </a:defRPr>
            </a:pPr>
            <a:r>
              <a:rPr sz="1575" b="1">
                <a:solidFill>
                  <a:srgbClr val="B6CEFF"/>
                </a:solidFill>
                <a:latin typeface="DejaVu Sans"/>
                <a:ea typeface="DejaVu Sans"/>
                <a:cs typeface="DejaVu Sans"/>
              </a:rPr>
              <a:t>YOUR GOAL / 28–35 MIN</a:t>
            </a:r>
          </a:p>
        </p:txBody>
      </p:sp>
      <p:sp>
        <p:nvSpPr>
          <p:cNvPr id="3" name="headline">
            <a:extLst xmlns:a="http://schemas.openxmlformats.org/drawingml/2006/main">
              <a:ext uri="{FF2B5EF4-FFF2-40B4-BE49-F238E27FC236}">
                <a16:creationId xmlns:a16="http://schemas.microsoft.com/office/drawing/2014/main" id="{30A4754B-4D48-440D-BB0F-CB99E1408B7D}"/>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500" b="1">
                <a:solidFill>
                  <a:srgbClr val="FFFFFF"/>
                </a:solidFill>
                <a:latin typeface="DejaVu Sans"/>
                <a:ea typeface="DejaVu Sans"/>
                <a:cs typeface="DejaVu Sans"/>
              </a:defRPr>
            </a:defPPr>
          </a:lstStyle>
          <a:p xmlns:a="http://schemas.openxmlformats.org/drawingml/2006/main">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Why IELTS?</a:t>
            </a:r>
          </a:p>
        </p:txBody>
      </p:sp>
      <p:sp>
        <p:nvSpPr>
          <p:cNvPr id="4" name="body">
            <a:extLst xmlns:a="http://schemas.openxmlformats.org/drawingml/2006/main">
              <a:ext uri="{FF2B5EF4-FFF2-40B4-BE49-F238E27FC236}">
                <a16:creationId xmlns:a16="http://schemas.microsoft.com/office/drawing/2014/main" id="{4F38B837-72CF-476F-BDCC-CB9F13251396}"/>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FFFFF"/>
                </a:solidFill>
                <a:latin typeface="DejaVu Sans"/>
                <a:ea typeface="DejaVu Sans"/>
                <a:cs typeface="DejaVu Sans"/>
              </a:defRPr>
            </a:defPPr>
          </a:lstStyle>
          <a:p xmlns:a="http://schemas.openxmlformats.org/drawingml/2006/main">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What would you like to do with your English?</a:t>
            </a:r>
          </a:p>
        </p:txBody>
      </p:sp>
      <p:sp>
        <p:nvSpPr>
          <p:cNvPr id="5" name="footer">
            <a:extLst xmlns:a="http://schemas.openxmlformats.org/drawingml/2006/main">
              <a:ext uri="{FF2B5EF4-FFF2-40B4-BE49-F238E27FC236}">
                <a16:creationId xmlns:a16="http://schemas.microsoft.com/office/drawing/2014/main" id="{F1EC20F9-29C7-446C-8C60-767480758DFB}"/>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B6CEFF"/>
                </a:solidFill>
                <a:latin typeface="DejaVu Sans"/>
                <a:ea typeface="DejaVu Sans"/>
                <a:cs typeface="DejaVu Sans"/>
              </a:defRPr>
            </a:defPPr>
          </a:lstStyle>
          <a:p xmlns:a="http://schemas.openxmlformats.org/drawingml/2006/main">
            <a:pPr>
              <a:defRPr sz="1275" b="0">
                <a:solidFill>
                  <a:srgbClr val="B6CEFF"/>
                </a:solidFill>
                <a:latin typeface="DejaVu Sans"/>
                <a:ea typeface="DejaVu Sans"/>
                <a:cs typeface="DejaVu Sans"/>
              </a:defRPr>
            </a:pPr>
            <a:r>
              <a:rPr sz="1275" b="0">
                <a:solidFill>
                  <a:srgbClr val="B6CEFF"/>
                </a:solidFill>
                <a:latin typeface="DejaVu Sans"/>
                <a:ea typeface="DejaVu Sans"/>
                <a:cs typeface="DejaVu Sans"/>
              </a:rPr>
              <a:t>Brains Heist IELTS · IELTS-01 · Presentation 2.0.0 · 31 / 34</a:t>
            </a:r>
          </a:p>
        </p:txBody>
      </p:sp>
    </p:spTree>
    <p:extLst>
      <p:ext uri="{BB962C8B-B14F-4D97-AF65-F5344CB8AC3E}">
        <p14:creationId xmlns:p14="http://schemas.microsoft.com/office/powerpoint/2010/main" val="936948261"/>
      </p:ext>
    </p:extLst>
  </p:cSld>
  <p:transition xmlns:p14="http://schemas.microsoft.com/office/powerpoint/2010/main" spd="fast" advClick="1" p14:dur="250">
    <p:fade/>
  </p:transition>
</p:sld>
</file>

<file path=ppt/slides/slide32.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7F0E9095-6D18-4144-9690-EACB964054BE}"/>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01AA82BE-E8D3-4897-AE24-F9B62CE940A2}"/>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READING / 35–55 MIN</a:t>
            </a:r>
          </a:p>
        </p:txBody>
      </p:sp>
      <p:sp>
        <p:nvSpPr>
          <p:cNvPr id="3" name="headline">
            <a:extLst xmlns:a="http://schemas.openxmlformats.org/drawingml/2006/main">
              <a:ext uri="{FF2B5EF4-FFF2-40B4-BE49-F238E27FC236}">
                <a16:creationId xmlns:a16="http://schemas.microsoft.com/office/drawing/2014/main" id="{05484529-24E9-4FC8-B694-9A74C269685A}"/>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Your reading starting point</a:t>
            </a:r>
          </a:p>
        </p:txBody>
      </p:sp>
      <p:sp>
        <p:nvSpPr>
          <p:cNvPr id="4" name="body">
            <a:extLst xmlns:a="http://schemas.openxmlformats.org/drawingml/2006/main">
              <a:ext uri="{FF2B5EF4-FFF2-40B4-BE49-F238E27FC236}">
                <a16:creationId xmlns:a16="http://schemas.microsoft.com/office/drawing/2014/main" id="{1F1CB6FD-0BA4-4816-BA77-A2EF18C4BE01}"/>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Brains Heist: Reading Screener</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Your own account. Independent work.</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Follow the screener's published instructions.</a:t>
            </a:r>
          </a:p>
        </p:txBody>
      </p:sp>
      <p:sp>
        <p:nvSpPr>
          <p:cNvPr id="5" name="footer">
            <a:extLst xmlns:a="http://schemas.openxmlformats.org/drawingml/2006/main">
              <a:ext uri="{FF2B5EF4-FFF2-40B4-BE49-F238E27FC236}">
                <a16:creationId xmlns:a16="http://schemas.microsoft.com/office/drawing/2014/main" id="{606EC6FF-DCAA-4C65-BC79-958AAD1E920C}"/>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32 / 34</a:t>
            </a:r>
          </a:p>
        </p:txBody>
      </p:sp>
    </p:spTree>
    <p:extLst>
      <p:ext uri="{BB962C8B-B14F-4D97-AF65-F5344CB8AC3E}">
        <p14:creationId xmlns:p14="http://schemas.microsoft.com/office/powerpoint/2010/main" val="914644856"/>
      </p:ext>
    </p:extLst>
  </p:cSld>
  <p:transition xmlns:p14="http://schemas.microsoft.com/office/powerpoint/2010/main" spd="fast" advClick="1" p14:dur="250">
    <p:fade/>
  </p:transition>
</p:sld>
</file>

<file path=ppt/slides/slide33.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5900EDDE-F65A-4643-A7D7-E6F7CFDB558C}"/>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4E1E1CF4-977C-4A72-A785-1406F01455C3}"/>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EXIT / 55–60 MIN</a:t>
            </a:r>
          </a:p>
        </p:txBody>
      </p:sp>
      <p:sp>
        <p:nvSpPr>
          <p:cNvPr id="3" name="headline">
            <a:extLst xmlns:a="http://schemas.openxmlformats.org/drawingml/2006/main">
              <a:ext uri="{FF2B5EF4-FFF2-40B4-BE49-F238E27FC236}">
                <a16:creationId xmlns:a16="http://schemas.microsoft.com/office/drawing/2014/main" id="{EBF04A21-CCDC-40F3-93B3-0E074DA9254D}"/>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One trap I can now spot</a:t>
            </a:r>
          </a:p>
        </p:txBody>
      </p:sp>
      <p:sp>
        <p:nvSpPr>
          <p:cNvPr id="4" name="body">
            <a:extLst xmlns:a="http://schemas.openxmlformats.org/drawingml/2006/main">
              <a:ext uri="{FF2B5EF4-FFF2-40B4-BE49-F238E27FC236}">
                <a16:creationId xmlns:a16="http://schemas.microsoft.com/office/drawing/2014/main" id="{47133303-3773-47BF-AB8D-A6FE51C2B458}"/>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One question I still have…</a:t>
            </a:r>
          </a:p>
        </p:txBody>
      </p:sp>
      <p:sp>
        <p:nvSpPr>
          <p:cNvPr id="5" name="footer">
            <a:extLst xmlns:a="http://schemas.openxmlformats.org/drawingml/2006/main">
              <a:ext uri="{FF2B5EF4-FFF2-40B4-BE49-F238E27FC236}">
                <a16:creationId xmlns:a16="http://schemas.microsoft.com/office/drawing/2014/main" id="{1F5B64C3-7870-4DD1-B471-E7970644DCC4}"/>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33 / 34</a:t>
            </a:r>
          </a:p>
        </p:txBody>
      </p:sp>
    </p:spTree>
    <p:extLst>
      <p:ext uri="{BB962C8B-B14F-4D97-AF65-F5344CB8AC3E}">
        <p14:creationId xmlns:p14="http://schemas.microsoft.com/office/powerpoint/2010/main" val="1280265881"/>
      </p:ext>
    </p:extLst>
  </p:cSld>
  <p:transition xmlns:p14="http://schemas.microsoft.com/office/powerpoint/2010/main" spd="fast" advClick="1" p14:dur="250">
    <p:fade/>
  </p:transition>
</p:sld>
</file>

<file path=ppt/slides/slide34.xml><?xml version="1.0" encoding="utf-8"?>
<p:sld xmlns:mc="http://schemas.openxmlformats.org/markup-compatibility/2006" xmlns:p14="http://schemas.microsoft.com/office/powerpoint/2010/main" xmlns:p="http://schemas.openxmlformats.org/presentationml/2006/main" mc:Ignorable="p14">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chool">
            <a:extLst xmlns:a="http://schemas.openxmlformats.org/drawingml/2006/main">
              <a:ext uri="{FF2B5EF4-FFF2-40B4-BE49-F238E27FC236}">
                <a16:creationId xmlns:a16="http://schemas.microsoft.com/office/drawing/2014/main" id="{5C31D516-43B3-4F33-B780-81756F604E57}"/>
              </a:ext>
            </a:extLst>
          </p:cNvPr>
          <p:cNvSpPr>
            <a:spLocks xmlns:a="http://schemas.openxmlformats.org/drawingml/2006/main" noGrp="1"/>
          </p:cNvSpPr>
          <p:nvPr/>
        </p:nvSpPr>
        <p:spPr>
          <a:xfrm xmlns:a="http://schemas.openxmlformats.org/drawingml/2006/main">
            <a:off x="609600" y="342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43A"/>
                </a:solidFill>
                <a:latin typeface="DejaVu Sans"/>
                <a:ea typeface="DejaVu Sans"/>
                <a:cs typeface="DejaVu Sans"/>
              </a:defRPr>
            </a:defPPr>
          </a:lstStyle>
          <a:p xmlns:a="http://schemas.openxmlformats.org/drawingml/2006/main">
            <a:pPr>
              <a:defRPr sz="1800" b="0">
                <a:solidFill>
                  <a:srgbClr val="15243A"/>
                </a:solidFill>
                <a:latin typeface="DejaVu Sans"/>
                <a:ea typeface="DejaVu Sans"/>
                <a:cs typeface="DejaVu Sans"/>
              </a:defRPr>
            </a:pPr>
            <a:r>
              <a:rPr sz="1800" b="0">
                <a:solidFill>
                  <a:srgbClr val="15243A"/>
                </a:solidFill>
                <a:latin typeface="DejaVu Sans"/>
                <a:ea typeface="DejaVu Sans"/>
                <a:cs typeface="DejaVu Sans"/>
              </a:rPr>
              <a:t>{{SCHOOL_NAME}}</a:t>
            </a:r>
          </a:p>
        </p:txBody>
      </p:sp>
      <p:sp>
        <p:nvSpPr>
          <p:cNvPr id="2" name="phase">
            <a:extLst xmlns:a="http://schemas.openxmlformats.org/drawingml/2006/main">
              <a:ext uri="{FF2B5EF4-FFF2-40B4-BE49-F238E27FC236}">
                <a16:creationId xmlns:a16="http://schemas.microsoft.com/office/drawing/2014/main" id="{4DD18F3F-2333-4D03-A4C0-E357E6B6D214}"/>
              </a:ext>
            </a:extLst>
          </p:cNvPr>
          <p:cNvSpPr>
            <a:spLocks xmlns:a="http://schemas.openxmlformats.org/drawingml/2006/main" noGrp="1"/>
          </p:cNvSpPr>
          <p:nvPr/>
        </p:nvSpPr>
        <p:spPr>
          <a:xfrm xmlns:a="http://schemas.openxmlformats.org/drawingml/2006/main">
            <a:off x="609600" y="10763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746B0"/>
                </a:solidFill>
                <a:latin typeface="DejaVu Sans"/>
                <a:ea typeface="DejaVu Sans"/>
                <a:cs typeface="DejaVu Sans"/>
              </a:defRPr>
            </a:defPPr>
          </a:lstStyle>
          <a:p xmlns:a="http://schemas.openxmlformats.org/drawingml/2006/main">
            <a:pPr>
              <a:defRPr sz="1575" b="1">
                <a:solidFill>
                  <a:srgbClr val="1746B0"/>
                </a:solidFill>
                <a:latin typeface="DejaVu Sans"/>
                <a:ea typeface="DejaVu Sans"/>
                <a:cs typeface="DejaVu Sans"/>
              </a:defRPr>
            </a:pPr>
            <a:r>
              <a:rPr sz="1575" b="1">
                <a:solidFill>
                  <a:srgbClr val="1746B0"/>
                </a:solidFill>
                <a:latin typeface="DejaVu Sans"/>
                <a:ea typeface="DejaVu Sans"/>
                <a:cs typeface="DejaVu Sans"/>
              </a:rPr>
              <a:t>BETWEEN LESSONS</a:t>
            </a:r>
          </a:p>
        </p:txBody>
      </p:sp>
      <p:sp>
        <p:nvSpPr>
          <p:cNvPr id="3" name="headline">
            <a:extLst xmlns:a="http://schemas.openxmlformats.org/drawingml/2006/main">
              <a:ext uri="{FF2B5EF4-FFF2-40B4-BE49-F238E27FC236}">
                <a16:creationId xmlns:a16="http://schemas.microsoft.com/office/drawing/2014/main" id="{32691118-FCB6-4250-8833-AFF1A755A677}"/>
              </a:ext>
            </a:extLst>
          </p:cNvPr>
          <p:cNvSpPr>
            <a:spLocks xmlns:a="http://schemas.openxmlformats.org/drawingml/2006/main" noGrp="1"/>
          </p:cNvSpPr>
          <p:nvPr/>
        </p:nvSpPr>
        <p:spPr>
          <a:xfrm xmlns:a="http://schemas.openxmlformats.org/drawingml/2006/main">
            <a:off x="609600" y="1762125"/>
            <a:ext cx="10972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15243A"/>
                </a:solidFill>
                <a:latin typeface="DejaVu Sans"/>
                <a:ea typeface="DejaVu Sans"/>
                <a:cs typeface="DejaVu Sans"/>
              </a:defRPr>
            </a:defPPr>
          </a:lstStyle>
          <a:p xmlns:a="http://schemas.openxmlformats.org/drawingml/2006/main">
            <a:pPr>
              <a:defRPr sz="3600" b="1">
                <a:solidFill>
                  <a:srgbClr val="15243A"/>
                </a:solidFill>
                <a:latin typeface="DejaVu Sans"/>
                <a:ea typeface="DejaVu Sans"/>
                <a:cs typeface="DejaVu Sans"/>
              </a:defRPr>
            </a:pPr>
            <a:r>
              <a:rPr sz="3600" b="1">
                <a:solidFill>
                  <a:srgbClr val="15243A"/>
                </a:solidFill>
                <a:latin typeface="DejaVu Sans"/>
                <a:ea typeface="DejaVu Sans"/>
                <a:cs typeface="DejaVu Sans"/>
              </a:rPr>
              <a:t>Your next step</a:t>
            </a:r>
          </a:p>
        </p:txBody>
      </p:sp>
      <p:sp>
        <p:nvSpPr>
          <p:cNvPr id="4" name="body">
            <a:extLst xmlns:a="http://schemas.openxmlformats.org/drawingml/2006/main">
              <a:ext uri="{FF2B5EF4-FFF2-40B4-BE49-F238E27FC236}">
                <a16:creationId xmlns:a16="http://schemas.microsoft.com/office/drawing/2014/main" id="{A6432012-02AA-4E93-AD3F-F0CAA976F887}"/>
              </a:ext>
            </a:extLst>
          </p:cNvPr>
          <p:cNvSpPr>
            <a:spLocks xmlns:a="http://schemas.openxmlformats.org/drawingml/2006/main" noGrp="1"/>
          </p:cNvSpPr>
          <p:nvPr/>
        </p:nvSpPr>
        <p:spPr>
          <a:xfrm xmlns:a="http://schemas.openxmlformats.org/drawingml/2006/main">
            <a:off x="609600" y="4229100"/>
            <a:ext cx="109728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243A"/>
                </a:solidFill>
                <a:latin typeface="DejaVu Sans"/>
                <a:ea typeface="DejaVu Sans"/>
                <a:cs typeface="DejaVu Sans"/>
              </a:defRPr>
            </a:defPPr>
          </a:lstStyle>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Review your saved screener result.</a:t>
            </a:r>
          </a:p>
          <a:p xmlns:a="http://schemas.openxmlformats.org/drawingml/2006/main">
            <a:pPr>
              <a:defRPr sz="2250" b="0">
                <a:solidFill>
                  <a:srgbClr val="15243A"/>
                </a:solidFill>
                <a:latin typeface="DejaVu Sans"/>
                <a:ea typeface="DejaVu Sans"/>
                <a:cs typeface="DejaVu Sans"/>
              </a:defRPr>
            </a:pPr>
            <a:r>
              <a:rPr sz="2250" b="0">
                <a:solidFill>
                  <a:srgbClr val="15243A"/>
                </a:solidFill>
                <a:latin typeface="DejaVu Sans"/>
                <a:ea typeface="DejaVu Sans"/>
                <a:cs typeface="DejaVu Sans"/>
              </a:rPr>
              <a:t>Follow your teacher's next activity in IELTS Journey.</a:t>
            </a:r>
          </a:p>
        </p:txBody>
      </p:sp>
      <p:sp>
        <p:nvSpPr>
          <p:cNvPr id="5" name="footer">
            <a:extLst xmlns:a="http://schemas.openxmlformats.org/drawingml/2006/main">
              <a:ext uri="{FF2B5EF4-FFF2-40B4-BE49-F238E27FC236}">
                <a16:creationId xmlns:a16="http://schemas.microsoft.com/office/drawing/2014/main" id="{7DA6BC5E-FACA-4D18-97F0-5E50DA53CABB}"/>
              </a:ext>
            </a:extLst>
          </p:cNvPr>
          <p:cNvSpPr>
            <a:spLocks xmlns:a="http://schemas.openxmlformats.org/drawingml/2006/main" noGrp="1"/>
          </p:cNvSpPr>
          <p:nvPr/>
        </p:nvSpPr>
        <p:spPr>
          <a:xfrm xmlns:a="http://schemas.openxmlformats.org/drawingml/2006/main">
            <a:off x="609600" y="6181725"/>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C6076"/>
                </a:solidFill>
                <a:latin typeface="DejaVu Sans"/>
                <a:ea typeface="DejaVu Sans"/>
                <a:cs typeface="DejaVu Sans"/>
              </a:defRPr>
            </a:defPPr>
          </a:lstStyle>
          <a:p xmlns:a="http://schemas.openxmlformats.org/drawingml/2006/main">
            <a:pPr>
              <a:defRPr sz="1275" b="0">
                <a:solidFill>
                  <a:srgbClr val="4C6076"/>
                </a:solidFill>
                <a:latin typeface="DejaVu Sans"/>
                <a:ea typeface="DejaVu Sans"/>
                <a:cs typeface="DejaVu Sans"/>
              </a:defRPr>
            </a:pPr>
            <a:r>
              <a:rPr sz="1275" b="0">
                <a:solidFill>
                  <a:srgbClr val="4C6076"/>
                </a:solidFill>
                <a:latin typeface="DejaVu Sans"/>
                <a:ea typeface="DejaVu Sans"/>
                <a:cs typeface="DejaVu Sans"/>
              </a:rPr>
              <a:t>Brains Heist IELTS · IELTS-01 · Presentation 2.0.0 · 34 / 34</a:t>
            </a:r>
          </a:p>
        </p:txBody>
      </p:sp>
    </p:spTree>
    <p:extLst>
      <p:ext uri="{BB962C8B-B14F-4D97-AF65-F5344CB8AC3E}">
        <p14:creationId xmlns:p14="http://schemas.microsoft.com/office/powerpoint/2010/main" val="1069813"/>
      </p:ext>
    </p:extLst>
  </p:cSld>
  <p:transition xmlns:p14="http://schemas.microsoft.com/office/powerpoint/2010/main" spd="fast" advClick="1" p14:dur="250">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2026-10-13T04:30:46.7100000Z</dcterms:created>
  <dcterms:modified xsi:type="dcterms:W3CDTF">2026-10-13T04:30:46.7100000Z</dcterms:modified>
</coreProperties>
</file>